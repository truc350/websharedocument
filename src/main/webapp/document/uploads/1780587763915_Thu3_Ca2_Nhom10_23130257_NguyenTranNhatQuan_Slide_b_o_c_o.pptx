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6858000" cy="9144000"/>
  <p:embeddedFontLst>
    <p:embeddedFont>
      <p:font typeface="Agrandir" panose="020B0604020202020204" charset="0"/>
      <p:regular r:id="rId21"/>
    </p:embeddedFont>
    <p:embeddedFont>
      <p:font typeface="Arial Bold" panose="020B0704020202020204" pitchFamily="34" charset="0"/>
      <p:regular r:id="rId22"/>
      <p:bold r:id="rId23"/>
    </p:embeddedFont>
    <p:embeddedFont>
      <p:font typeface="Baloo" panose="020B0604020202020204" charset="0"/>
      <p:regular r:id="rId24"/>
    </p:embeddedFont>
    <p:embeddedFont>
      <p:font typeface="Horizon" panose="020B0604020202020204" charset="0"/>
      <p:regular r:id="rId25"/>
    </p:embeddedFont>
    <p:embeddedFont>
      <p:font typeface="Lilita One" panose="020B0604020202020204" charset="0"/>
      <p:regular r:id="rId26"/>
    </p:embeddedFont>
    <p:embeddedFont>
      <p:font typeface="Noto Sans" panose="020B0502040504020204" pitchFamily="34" charset="0"/>
      <p:regular r:id="rId27"/>
    </p:embeddedFont>
    <p:embeddedFont>
      <p:font typeface="Noto Sans Bold" panose="020B0802040504020204" charset="0"/>
      <p:regular r:id="rId28"/>
    </p:embeddedFont>
    <p:embeddedFont>
      <p:font typeface="Roboto" panose="02000000000000000000" pitchFamily="2" charset="0"/>
      <p:regular r:id="rId29"/>
    </p:embeddedFont>
    <p:embeddedFont>
      <p:font typeface="Roboto Bold" panose="02000000000000000000" charset="0"/>
      <p:regular r:id="rId30"/>
    </p:embeddedFont>
    <p:embeddedFont>
      <p:font typeface="TT Norms Bold" panose="020B0604020202020204" charset="0"/>
      <p:regular r:id="rId31"/>
    </p:embeddedFont>
    <p:embeddedFont>
      <p:font typeface="Varela Round" panose="00000500000000000000" pitchFamily="2" charset="-79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1DF32B-038F-4B37-B201-18553F575226}" type="datetimeFigureOut">
              <a:rPr lang="en-SG" smtClean="0"/>
              <a:t>10/5/2026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D26ECE-2B23-4953-B83E-B3690E4977F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45839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16329-E717-416C-98F0-EC45CCD865DB}" type="datetime1">
              <a:rPr lang="en-US" smtClean="0"/>
              <a:t>10/05/2026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C00A2-2A99-42D6-A5FA-AA3458A62689}" type="datetime1">
              <a:rPr lang="en-US" smtClean="0"/>
              <a:t>10/05/2026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82F48-1F61-48DD-A18B-A10481DD43FB}" type="datetime1">
              <a:rPr lang="en-US" smtClean="0"/>
              <a:t>10/05/2026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B2C18-DF9C-4951-9578-1B1DE4F7AB03}" type="datetime1">
              <a:rPr lang="en-US" smtClean="0"/>
              <a:t>10/05/2026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71BEA-EE04-4FF4-825E-AD48F1F3780D}" type="datetime1">
              <a:rPr lang="en-US" smtClean="0"/>
              <a:t>10/05/2026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0B634-573A-4972-B125-EAC3F200EA72}" type="datetime1">
              <a:rPr lang="en-US" smtClean="0"/>
              <a:t>10/05/2026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4FAB0-7810-4A34-9DB6-C0F2D7A9826C}" type="datetime1">
              <a:rPr lang="en-US" smtClean="0"/>
              <a:t>10/05/2026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5468600" y="9639300"/>
            <a:ext cx="2133600" cy="365125"/>
          </a:xfrm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EA531-5430-4413-9C5A-05E6931C05C7}" type="datetime1">
              <a:rPr lang="en-US" smtClean="0"/>
              <a:t>10/05/2026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FF8C4-A658-415A-8A0D-D4B8EAB9A816}" type="datetime1">
              <a:rPr lang="en-US" smtClean="0"/>
              <a:t>10/05/2026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E5011-861F-4EA6-BBC5-0DC058C878E4}" type="datetime1">
              <a:rPr lang="en-US" smtClean="0"/>
              <a:t>10/05/2026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8B4AB-6B30-4820-837F-0A70878BD482}" type="datetime1">
              <a:rPr lang="en-US" smtClean="0"/>
              <a:t>10/05/2026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A2257E-94F2-40C3-B9DB-5E9343542236}" type="datetime1">
              <a:rPr lang="en-US" smtClean="0"/>
              <a:t>10/05/2026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28.png"/><Relationship Id="rId1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22.png"/><Relationship Id="rId12" Type="http://schemas.openxmlformats.org/officeDocument/2006/relationships/image" Target="../media/image27.svg"/><Relationship Id="rId17" Type="http://schemas.openxmlformats.org/officeDocument/2006/relationships/image" Target="../media/image6.svg"/><Relationship Id="rId2" Type="http://schemas.openxmlformats.org/officeDocument/2006/relationships/image" Target="../media/image1.png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svg"/><Relationship Id="rId15" Type="http://schemas.openxmlformats.org/officeDocument/2006/relationships/image" Target="../media/image30.svg"/><Relationship Id="rId10" Type="http://schemas.openxmlformats.org/officeDocument/2006/relationships/image" Target="../media/image25.svg"/><Relationship Id="rId19" Type="http://schemas.openxmlformats.org/officeDocument/2006/relationships/image" Target="../media/image8.sv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30.svg"/><Relationship Id="rId3" Type="http://schemas.openxmlformats.org/officeDocument/2006/relationships/image" Target="../media/image2.svg"/><Relationship Id="rId7" Type="http://schemas.openxmlformats.org/officeDocument/2006/relationships/image" Target="../media/image34.svg"/><Relationship Id="rId12" Type="http://schemas.openxmlformats.org/officeDocument/2006/relationships/image" Target="../media/image29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8.svg"/><Relationship Id="rId5" Type="http://schemas.openxmlformats.org/officeDocument/2006/relationships/image" Target="../media/image32.svg"/><Relationship Id="rId15" Type="http://schemas.openxmlformats.org/officeDocument/2006/relationships/image" Target="../media/image18.sv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svg"/><Relationship Id="rId1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44.svg"/><Relationship Id="rId18" Type="http://schemas.openxmlformats.org/officeDocument/2006/relationships/image" Target="../media/image49.svg"/><Relationship Id="rId3" Type="http://schemas.openxmlformats.org/officeDocument/2006/relationships/image" Target="../media/image2.svg"/><Relationship Id="rId7" Type="http://schemas.openxmlformats.org/officeDocument/2006/relationships/image" Target="../media/image16.sv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" Type="http://schemas.openxmlformats.org/officeDocument/2006/relationships/image" Target="../media/image1.png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42.svg"/><Relationship Id="rId5" Type="http://schemas.openxmlformats.org/officeDocument/2006/relationships/image" Target="../media/image40.svg"/><Relationship Id="rId15" Type="http://schemas.openxmlformats.org/officeDocument/2006/relationships/image" Target="../media/image46.svg"/><Relationship Id="rId10" Type="http://schemas.openxmlformats.org/officeDocument/2006/relationships/image" Target="../media/image41.png"/><Relationship Id="rId4" Type="http://schemas.openxmlformats.org/officeDocument/2006/relationships/image" Target="../media/image39.png"/><Relationship Id="rId9" Type="http://schemas.openxmlformats.org/officeDocument/2006/relationships/image" Target="../media/image18.svg"/><Relationship Id="rId14" Type="http://schemas.openxmlformats.org/officeDocument/2006/relationships/image" Target="../media/image4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57.png"/><Relationship Id="rId3" Type="http://schemas.openxmlformats.org/officeDocument/2006/relationships/image" Target="../media/image51.svg"/><Relationship Id="rId7" Type="http://schemas.openxmlformats.org/officeDocument/2006/relationships/image" Target="../media/image55.svg"/><Relationship Id="rId12" Type="http://schemas.openxmlformats.org/officeDocument/2006/relationships/image" Target="../media/image38.svg"/><Relationship Id="rId17" Type="http://schemas.openxmlformats.org/officeDocument/2006/relationships/image" Target="../media/image59.svg"/><Relationship Id="rId2" Type="http://schemas.openxmlformats.org/officeDocument/2006/relationships/image" Target="../media/image50.png"/><Relationship Id="rId16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11" Type="http://schemas.openxmlformats.org/officeDocument/2006/relationships/image" Target="../media/image37.png"/><Relationship Id="rId5" Type="http://schemas.openxmlformats.org/officeDocument/2006/relationships/image" Target="../media/image53.svg"/><Relationship Id="rId15" Type="http://schemas.openxmlformats.org/officeDocument/2006/relationships/image" Target="../media/image2.svg"/><Relationship Id="rId10" Type="http://schemas.openxmlformats.org/officeDocument/2006/relationships/image" Target="../media/image56.png"/><Relationship Id="rId4" Type="http://schemas.openxmlformats.org/officeDocument/2006/relationships/image" Target="../media/image52.png"/><Relationship Id="rId9" Type="http://schemas.openxmlformats.org/officeDocument/2006/relationships/image" Target="../media/image18.svg"/><Relationship Id="rId1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44.svg"/><Relationship Id="rId3" Type="http://schemas.openxmlformats.org/officeDocument/2006/relationships/image" Target="../media/image2.svg"/><Relationship Id="rId7" Type="http://schemas.openxmlformats.org/officeDocument/2006/relationships/image" Target="../media/image16.svg"/><Relationship Id="rId12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42.svg"/><Relationship Id="rId5" Type="http://schemas.openxmlformats.org/officeDocument/2006/relationships/image" Target="../media/image40.svg"/><Relationship Id="rId15" Type="http://schemas.openxmlformats.org/officeDocument/2006/relationships/image" Target="../media/image46.svg"/><Relationship Id="rId10" Type="http://schemas.openxmlformats.org/officeDocument/2006/relationships/image" Target="../media/image41.png"/><Relationship Id="rId4" Type="http://schemas.openxmlformats.org/officeDocument/2006/relationships/image" Target="../media/image39.png"/><Relationship Id="rId9" Type="http://schemas.openxmlformats.org/officeDocument/2006/relationships/image" Target="../media/image18.svg"/><Relationship Id="rId14" Type="http://schemas.openxmlformats.org/officeDocument/2006/relationships/image" Target="../media/image4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1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61.svg"/><Relationship Id="rId10" Type="http://schemas.openxmlformats.org/officeDocument/2006/relationships/image" Target="../media/image62.png"/><Relationship Id="rId4" Type="http://schemas.openxmlformats.org/officeDocument/2006/relationships/image" Target="../media/image60.png"/><Relationship Id="rId9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44.svg"/><Relationship Id="rId3" Type="http://schemas.openxmlformats.org/officeDocument/2006/relationships/image" Target="../media/image2.svg"/><Relationship Id="rId7" Type="http://schemas.openxmlformats.org/officeDocument/2006/relationships/image" Target="../media/image16.svg"/><Relationship Id="rId12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42.svg"/><Relationship Id="rId5" Type="http://schemas.openxmlformats.org/officeDocument/2006/relationships/image" Target="../media/image40.svg"/><Relationship Id="rId15" Type="http://schemas.openxmlformats.org/officeDocument/2006/relationships/image" Target="../media/image46.svg"/><Relationship Id="rId10" Type="http://schemas.openxmlformats.org/officeDocument/2006/relationships/image" Target="../media/image41.png"/><Relationship Id="rId4" Type="http://schemas.openxmlformats.org/officeDocument/2006/relationships/image" Target="../media/image39.png"/><Relationship Id="rId9" Type="http://schemas.openxmlformats.org/officeDocument/2006/relationships/image" Target="../media/image18.svg"/><Relationship Id="rId14" Type="http://schemas.openxmlformats.org/officeDocument/2006/relationships/image" Target="../media/image4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66.svg"/><Relationship Id="rId3" Type="http://schemas.openxmlformats.org/officeDocument/2006/relationships/image" Target="../media/image2.svg"/><Relationship Id="rId7" Type="http://schemas.openxmlformats.org/officeDocument/2006/relationships/image" Target="../media/image64.svg"/><Relationship Id="rId12" Type="http://schemas.openxmlformats.org/officeDocument/2006/relationships/image" Target="../media/image6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11" Type="http://schemas.openxmlformats.org/officeDocument/2006/relationships/image" Target="../media/image18.svg"/><Relationship Id="rId5" Type="http://schemas.openxmlformats.org/officeDocument/2006/relationships/image" Target="../media/image61.svg"/><Relationship Id="rId10" Type="http://schemas.openxmlformats.org/officeDocument/2006/relationships/image" Target="../media/image17.png"/><Relationship Id="rId4" Type="http://schemas.openxmlformats.org/officeDocument/2006/relationships/image" Target="../media/image60.png"/><Relationship Id="rId9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0.svg"/><Relationship Id="rId3" Type="http://schemas.openxmlformats.org/officeDocument/2006/relationships/image" Target="../media/image2.svg"/><Relationship Id="rId7" Type="http://schemas.openxmlformats.org/officeDocument/2006/relationships/image" Target="../media/image16.svg"/><Relationship Id="rId12" Type="http://schemas.openxmlformats.org/officeDocument/2006/relationships/image" Target="../media/image6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51.svg"/><Relationship Id="rId5" Type="http://schemas.openxmlformats.org/officeDocument/2006/relationships/image" Target="../media/image61.svg"/><Relationship Id="rId15" Type="http://schemas.openxmlformats.org/officeDocument/2006/relationships/image" Target="../media/image72.svg"/><Relationship Id="rId10" Type="http://schemas.openxmlformats.org/officeDocument/2006/relationships/image" Target="../media/image50.png"/><Relationship Id="rId4" Type="http://schemas.openxmlformats.org/officeDocument/2006/relationships/image" Target="../media/image60.png"/><Relationship Id="rId9" Type="http://schemas.openxmlformats.org/officeDocument/2006/relationships/image" Target="../media/image68.svg"/><Relationship Id="rId14" Type="http://schemas.openxmlformats.org/officeDocument/2006/relationships/image" Target="../media/image7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2.svg"/><Relationship Id="rId7" Type="http://schemas.openxmlformats.org/officeDocument/2006/relationships/image" Target="../media/image74.svg"/><Relationship Id="rId12" Type="http://schemas.openxmlformats.org/officeDocument/2006/relationships/image" Target="../media/image7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11" Type="http://schemas.openxmlformats.org/officeDocument/2006/relationships/image" Target="../media/image78.svg"/><Relationship Id="rId5" Type="http://schemas.openxmlformats.org/officeDocument/2006/relationships/image" Target="../media/image18.svg"/><Relationship Id="rId10" Type="http://schemas.openxmlformats.org/officeDocument/2006/relationships/image" Target="../media/image77.png"/><Relationship Id="rId4" Type="http://schemas.openxmlformats.org/officeDocument/2006/relationships/image" Target="../media/image17.png"/><Relationship Id="rId9" Type="http://schemas.openxmlformats.org/officeDocument/2006/relationships/image" Target="../media/image76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16.svg"/><Relationship Id="rId12" Type="http://schemas.openxmlformats.org/officeDocument/2006/relationships/image" Target="../media/image8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80.png"/><Relationship Id="rId5" Type="http://schemas.openxmlformats.org/officeDocument/2006/relationships/image" Target="../media/image61.svg"/><Relationship Id="rId10" Type="http://schemas.openxmlformats.org/officeDocument/2006/relationships/oleObject" Target="../embeddings/oleObject1.bin"/><Relationship Id="rId4" Type="http://schemas.openxmlformats.org/officeDocument/2006/relationships/image" Target="../media/image60.png"/><Relationship Id="rId9" Type="http://schemas.openxmlformats.org/officeDocument/2006/relationships/image" Target="../media/image18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1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61.svg"/><Relationship Id="rId10" Type="http://schemas.openxmlformats.org/officeDocument/2006/relationships/image" Target="../media/image82.png"/><Relationship Id="rId4" Type="http://schemas.openxmlformats.org/officeDocument/2006/relationships/image" Target="../media/image60.png"/><Relationship Id="rId9" Type="http://schemas.openxmlformats.org/officeDocument/2006/relationships/image" Target="../media/image18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86.svg"/><Relationship Id="rId3" Type="http://schemas.openxmlformats.org/officeDocument/2006/relationships/image" Target="../media/image2.svg"/><Relationship Id="rId7" Type="http://schemas.openxmlformats.org/officeDocument/2006/relationships/image" Target="../media/image74.svg"/><Relationship Id="rId12" Type="http://schemas.openxmlformats.org/officeDocument/2006/relationships/image" Target="../media/image8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11" Type="http://schemas.openxmlformats.org/officeDocument/2006/relationships/image" Target="../media/image84.svg"/><Relationship Id="rId5" Type="http://schemas.openxmlformats.org/officeDocument/2006/relationships/image" Target="../media/image18.svg"/><Relationship Id="rId10" Type="http://schemas.openxmlformats.org/officeDocument/2006/relationships/image" Target="../media/image83.png"/><Relationship Id="rId4" Type="http://schemas.openxmlformats.org/officeDocument/2006/relationships/image" Target="../media/image17.png"/><Relationship Id="rId9" Type="http://schemas.openxmlformats.org/officeDocument/2006/relationships/image" Target="../media/image76.svg"/><Relationship Id="rId14" Type="http://schemas.openxmlformats.org/officeDocument/2006/relationships/image" Target="../media/image8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83.png"/><Relationship Id="rId3" Type="http://schemas.openxmlformats.org/officeDocument/2006/relationships/image" Target="../media/image2.svg"/><Relationship Id="rId7" Type="http://schemas.openxmlformats.org/officeDocument/2006/relationships/image" Target="../media/image74.svg"/><Relationship Id="rId12" Type="http://schemas.openxmlformats.org/officeDocument/2006/relationships/image" Target="../media/image8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11" Type="http://schemas.openxmlformats.org/officeDocument/2006/relationships/image" Target="../media/image85.png"/><Relationship Id="rId5" Type="http://schemas.openxmlformats.org/officeDocument/2006/relationships/image" Target="../media/image18.svg"/><Relationship Id="rId15" Type="http://schemas.openxmlformats.org/officeDocument/2006/relationships/image" Target="../media/image89.png"/><Relationship Id="rId10" Type="http://schemas.openxmlformats.org/officeDocument/2006/relationships/image" Target="../media/image88.png"/><Relationship Id="rId4" Type="http://schemas.openxmlformats.org/officeDocument/2006/relationships/image" Target="../media/image17.png"/><Relationship Id="rId9" Type="http://schemas.openxmlformats.org/officeDocument/2006/relationships/image" Target="../media/image76.svg"/><Relationship Id="rId14" Type="http://schemas.openxmlformats.org/officeDocument/2006/relationships/image" Target="../media/image84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2.svg"/><Relationship Id="rId7" Type="http://schemas.openxmlformats.org/officeDocument/2006/relationships/image" Target="../media/image7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11" Type="http://schemas.openxmlformats.org/officeDocument/2006/relationships/image" Target="../media/image91.png"/><Relationship Id="rId5" Type="http://schemas.openxmlformats.org/officeDocument/2006/relationships/image" Target="../media/image18.svg"/><Relationship Id="rId10" Type="http://schemas.openxmlformats.org/officeDocument/2006/relationships/image" Target="../media/image90.png"/><Relationship Id="rId4" Type="http://schemas.openxmlformats.org/officeDocument/2006/relationships/image" Target="../media/image17.png"/><Relationship Id="rId9" Type="http://schemas.openxmlformats.org/officeDocument/2006/relationships/image" Target="../media/image76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2.svg"/><Relationship Id="rId7" Type="http://schemas.openxmlformats.org/officeDocument/2006/relationships/image" Target="../media/image1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96.svg"/><Relationship Id="rId5" Type="http://schemas.openxmlformats.org/officeDocument/2006/relationships/image" Target="../media/image16.svg"/><Relationship Id="rId10" Type="http://schemas.openxmlformats.org/officeDocument/2006/relationships/image" Target="../media/image95.png"/><Relationship Id="rId4" Type="http://schemas.openxmlformats.org/officeDocument/2006/relationships/image" Target="../media/image15.png"/><Relationship Id="rId9" Type="http://schemas.openxmlformats.org/officeDocument/2006/relationships/image" Target="../media/image9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955719" y="-5233061"/>
            <a:ext cx="10376561" cy="20753122"/>
          </a:xfrm>
          <a:custGeom>
            <a:avLst/>
            <a:gdLst/>
            <a:ahLst/>
            <a:cxnLst/>
            <a:rect l="l" t="t" r="r" b="b"/>
            <a:pathLst>
              <a:path w="10376561" h="20753122">
                <a:moveTo>
                  <a:pt x="0" y="0"/>
                </a:moveTo>
                <a:lnTo>
                  <a:pt x="10376562" y="0"/>
                </a:lnTo>
                <a:lnTo>
                  <a:pt x="10376562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182206">
            <a:off x="-29544" y="2376101"/>
            <a:ext cx="3646515" cy="3547065"/>
          </a:xfrm>
          <a:custGeom>
            <a:avLst/>
            <a:gdLst/>
            <a:ahLst/>
            <a:cxnLst/>
            <a:rect l="l" t="t" r="r" b="b"/>
            <a:pathLst>
              <a:path w="3646515" h="3547065">
                <a:moveTo>
                  <a:pt x="0" y="0"/>
                </a:moveTo>
                <a:lnTo>
                  <a:pt x="3646515" y="0"/>
                </a:lnTo>
                <a:lnTo>
                  <a:pt x="3646515" y="3547065"/>
                </a:lnTo>
                <a:lnTo>
                  <a:pt x="0" y="35470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999307">
            <a:off x="13617114" y="-667259"/>
            <a:ext cx="3723411" cy="3842169"/>
          </a:xfrm>
          <a:custGeom>
            <a:avLst/>
            <a:gdLst/>
            <a:ahLst/>
            <a:cxnLst/>
            <a:rect l="l" t="t" r="r" b="b"/>
            <a:pathLst>
              <a:path w="3723411" h="3842169">
                <a:moveTo>
                  <a:pt x="0" y="0"/>
                </a:moveTo>
                <a:lnTo>
                  <a:pt x="3723411" y="0"/>
                </a:lnTo>
                <a:lnTo>
                  <a:pt x="3723411" y="3842169"/>
                </a:lnTo>
                <a:lnTo>
                  <a:pt x="0" y="38421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261922">
            <a:off x="14832834" y="3616651"/>
            <a:ext cx="3134767" cy="3676166"/>
          </a:xfrm>
          <a:custGeom>
            <a:avLst/>
            <a:gdLst/>
            <a:ahLst/>
            <a:cxnLst/>
            <a:rect l="l" t="t" r="r" b="b"/>
            <a:pathLst>
              <a:path w="3134767" h="3676166">
                <a:moveTo>
                  <a:pt x="0" y="0"/>
                </a:moveTo>
                <a:lnTo>
                  <a:pt x="3134767" y="0"/>
                </a:lnTo>
                <a:lnTo>
                  <a:pt x="3134767" y="3676165"/>
                </a:lnTo>
                <a:lnTo>
                  <a:pt x="0" y="36761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695800">
            <a:off x="1290351" y="7186679"/>
            <a:ext cx="4770192" cy="3087615"/>
          </a:xfrm>
          <a:custGeom>
            <a:avLst/>
            <a:gdLst/>
            <a:ahLst/>
            <a:cxnLst/>
            <a:rect l="l" t="t" r="r" b="b"/>
            <a:pathLst>
              <a:path w="4770192" h="3087615">
                <a:moveTo>
                  <a:pt x="0" y="0"/>
                </a:moveTo>
                <a:lnTo>
                  <a:pt x="4770191" y="0"/>
                </a:lnTo>
                <a:lnTo>
                  <a:pt x="4770191" y="3087615"/>
                </a:lnTo>
                <a:lnTo>
                  <a:pt x="0" y="308761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264510" y="293587"/>
            <a:ext cx="2821872" cy="2693605"/>
          </a:xfrm>
          <a:custGeom>
            <a:avLst/>
            <a:gdLst/>
            <a:ahLst/>
            <a:cxnLst/>
            <a:rect l="l" t="t" r="r" b="b"/>
            <a:pathLst>
              <a:path w="2821872" h="2693605">
                <a:moveTo>
                  <a:pt x="0" y="0"/>
                </a:moveTo>
                <a:lnTo>
                  <a:pt x="2821872" y="0"/>
                </a:lnTo>
                <a:lnTo>
                  <a:pt x="2821872" y="2693605"/>
                </a:lnTo>
                <a:lnTo>
                  <a:pt x="0" y="269360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73857">
            <a:off x="12332926" y="7411292"/>
            <a:ext cx="3268273" cy="2638388"/>
          </a:xfrm>
          <a:custGeom>
            <a:avLst/>
            <a:gdLst/>
            <a:ahLst/>
            <a:cxnLst/>
            <a:rect l="l" t="t" r="r" b="b"/>
            <a:pathLst>
              <a:path w="3268273" h="2638388">
                <a:moveTo>
                  <a:pt x="0" y="0"/>
                </a:moveTo>
                <a:lnTo>
                  <a:pt x="3268272" y="0"/>
                </a:lnTo>
                <a:lnTo>
                  <a:pt x="3268272" y="2638388"/>
                </a:lnTo>
                <a:lnTo>
                  <a:pt x="0" y="263838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010416" y="1368773"/>
            <a:ext cx="10267167" cy="5232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744"/>
              </a:lnSpc>
              <a:spcBef>
                <a:spcPct val="0"/>
              </a:spcBef>
            </a:pPr>
            <a:r>
              <a:rPr lang="en-US" sz="11454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WEB DOCUMENT SHARING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5420148" y="6781997"/>
            <a:ext cx="7447703" cy="950885"/>
            <a:chOff x="0" y="0"/>
            <a:chExt cx="3183085" cy="406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183085" cy="406400"/>
            </a:xfrm>
            <a:custGeom>
              <a:avLst/>
              <a:gdLst/>
              <a:ahLst/>
              <a:cxnLst/>
              <a:rect l="l" t="t" r="r" b="b"/>
              <a:pathLst>
                <a:path w="3183085" h="406400">
                  <a:moveTo>
                    <a:pt x="2979885" y="0"/>
                  </a:moveTo>
                  <a:cubicBezTo>
                    <a:pt x="3092109" y="0"/>
                    <a:pt x="3183085" y="90976"/>
                    <a:pt x="3183085" y="203200"/>
                  </a:cubicBezTo>
                  <a:cubicBezTo>
                    <a:pt x="3183085" y="315424"/>
                    <a:pt x="3092109" y="406400"/>
                    <a:pt x="297988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1C3D86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183085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0730121" y="1253826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4" y="0"/>
                </a:lnTo>
                <a:lnTo>
                  <a:pt x="1504614" y="248945"/>
                </a:lnTo>
                <a:lnTo>
                  <a:pt x="0" y="24894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798748" y="8903621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5" y="0"/>
                </a:lnTo>
                <a:lnTo>
                  <a:pt x="1504615" y="248945"/>
                </a:lnTo>
                <a:lnTo>
                  <a:pt x="0" y="24894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6167549" y="1108561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199" y="0"/>
                </a:lnTo>
                <a:lnTo>
                  <a:pt x="631199" y="611689"/>
                </a:lnTo>
                <a:lnTo>
                  <a:pt x="0" y="61168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0967099" y="8581312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5627093" y="6984476"/>
            <a:ext cx="7033813" cy="545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6"/>
              </a:lnSpc>
              <a:spcBef>
                <a:spcPct val="0"/>
              </a:spcBef>
            </a:pPr>
            <a:r>
              <a:rPr lang="en-US" sz="3605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Nhóm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955719" y="-5233061"/>
            <a:ext cx="10376561" cy="20753122"/>
          </a:xfrm>
          <a:custGeom>
            <a:avLst/>
            <a:gdLst/>
            <a:ahLst/>
            <a:cxnLst/>
            <a:rect l="l" t="t" r="r" b="b"/>
            <a:pathLst>
              <a:path w="10376561" h="20753122">
                <a:moveTo>
                  <a:pt x="0" y="0"/>
                </a:moveTo>
                <a:lnTo>
                  <a:pt x="10376562" y="0"/>
                </a:lnTo>
                <a:lnTo>
                  <a:pt x="10376562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53022" y="202092"/>
            <a:ext cx="6026376" cy="1406282"/>
            <a:chOff x="0" y="0"/>
            <a:chExt cx="1587194" cy="37037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87194" cy="370379"/>
            </a:xfrm>
            <a:custGeom>
              <a:avLst/>
              <a:gdLst/>
              <a:ahLst/>
              <a:cxnLst/>
              <a:rect l="l" t="t" r="r" b="b"/>
              <a:pathLst>
                <a:path w="1587194" h="370379">
                  <a:moveTo>
                    <a:pt x="65518" y="0"/>
                  </a:moveTo>
                  <a:lnTo>
                    <a:pt x="1521675" y="0"/>
                  </a:lnTo>
                  <a:cubicBezTo>
                    <a:pt x="1557860" y="0"/>
                    <a:pt x="1587194" y="29334"/>
                    <a:pt x="1587194" y="65518"/>
                  </a:cubicBezTo>
                  <a:lnTo>
                    <a:pt x="1587194" y="304860"/>
                  </a:lnTo>
                  <a:cubicBezTo>
                    <a:pt x="1587194" y="322237"/>
                    <a:pt x="1580291" y="338902"/>
                    <a:pt x="1568004" y="351189"/>
                  </a:cubicBezTo>
                  <a:cubicBezTo>
                    <a:pt x="1555717" y="363476"/>
                    <a:pt x="1539052" y="370379"/>
                    <a:pt x="1521675" y="370379"/>
                  </a:cubicBezTo>
                  <a:lnTo>
                    <a:pt x="65518" y="370379"/>
                  </a:lnTo>
                  <a:cubicBezTo>
                    <a:pt x="48142" y="370379"/>
                    <a:pt x="31477" y="363476"/>
                    <a:pt x="19190" y="351189"/>
                  </a:cubicBezTo>
                  <a:cubicBezTo>
                    <a:pt x="6903" y="338902"/>
                    <a:pt x="0" y="322237"/>
                    <a:pt x="0" y="304860"/>
                  </a:cubicBezTo>
                  <a:lnTo>
                    <a:pt x="0" y="65518"/>
                  </a:lnTo>
                  <a:cubicBezTo>
                    <a:pt x="0" y="48142"/>
                    <a:pt x="6903" y="31477"/>
                    <a:pt x="19190" y="19190"/>
                  </a:cubicBezTo>
                  <a:cubicBezTo>
                    <a:pt x="31477" y="6903"/>
                    <a:pt x="48142" y="0"/>
                    <a:pt x="6551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755B1">
                    <a:alpha val="100000"/>
                  </a:srgbClr>
                </a:gs>
                <a:gs pos="100000">
                  <a:srgbClr val="40B2D4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587194" cy="4084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338084" y="2533905"/>
            <a:ext cx="3086100" cy="2886426"/>
            <a:chOff x="0" y="0"/>
            <a:chExt cx="812800" cy="76021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60211"/>
            </a:xfrm>
            <a:custGeom>
              <a:avLst/>
              <a:gdLst/>
              <a:ahLst/>
              <a:cxnLst/>
              <a:rect l="l" t="t" r="r" b="b"/>
              <a:pathLst>
                <a:path w="812800" h="760211">
                  <a:moveTo>
                    <a:pt x="0" y="0"/>
                  </a:moveTo>
                  <a:lnTo>
                    <a:pt x="812800" y="0"/>
                  </a:lnTo>
                  <a:lnTo>
                    <a:pt x="812800" y="760211"/>
                  </a:lnTo>
                  <a:lnTo>
                    <a:pt x="0" y="760211"/>
                  </a:lnTo>
                  <a:close/>
                </a:path>
              </a:pathLst>
            </a:custGeom>
            <a:solidFill>
              <a:srgbClr val="F6F4F4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12800" cy="798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474592" y="2196286"/>
            <a:ext cx="3086100" cy="308610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F4F4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933403" y="6222585"/>
            <a:ext cx="3387599" cy="3387599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F4F4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094990" y="5025149"/>
            <a:ext cx="3898006" cy="827615"/>
            <a:chOff x="-7439" y="-59835"/>
            <a:chExt cx="1026635" cy="21797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19196" cy="122723"/>
            </a:xfrm>
            <a:custGeom>
              <a:avLst/>
              <a:gdLst/>
              <a:ahLst/>
              <a:cxnLst/>
              <a:rect l="l" t="t" r="r" b="b"/>
              <a:pathLst>
                <a:path w="1019196" h="122723">
                  <a:moveTo>
                    <a:pt x="61361" y="0"/>
                  </a:moveTo>
                  <a:lnTo>
                    <a:pt x="957835" y="0"/>
                  </a:lnTo>
                  <a:cubicBezTo>
                    <a:pt x="974109" y="0"/>
                    <a:pt x="989716" y="6465"/>
                    <a:pt x="1001224" y="17972"/>
                  </a:cubicBezTo>
                  <a:cubicBezTo>
                    <a:pt x="1012731" y="29480"/>
                    <a:pt x="1019196" y="45087"/>
                    <a:pt x="1019196" y="61361"/>
                  </a:cubicBezTo>
                  <a:lnTo>
                    <a:pt x="1019196" y="61361"/>
                  </a:lnTo>
                  <a:cubicBezTo>
                    <a:pt x="1019196" y="77635"/>
                    <a:pt x="1012731" y="93243"/>
                    <a:pt x="1001224" y="104750"/>
                  </a:cubicBezTo>
                  <a:cubicBezTo>
                    <a:pt x="989716" y="116258"/>
                    <a:pt x="974109" y="122723"/>
                    <a:pt x="957835" y="122723"/>
                  </a:cubicBezTo>
                  <a:lnTo>
                    <a:pt x="61361" y="122723"/>
                  </a:lnTo>
                  <a:cubicBezTo>
                    <a:pt x="45087" y="122723"/>
                    <a:pt x="29480" y="116258"/>
                    <a:pt x="17972" y="104750"/>
                  </a:cubicBezTo>
                  <a:cubicBezTo>
                    <a:pt x="6465" y="93243"/>
                    <a:pt x="0" y="77635"/>
                    <a:pt x="0" y="61361"/>
                  </a:cubicBezTo>
                  <a:lnTo>
                    <a:pt x="0" y="61361"/>
                  </a:lnTo>
                  <a:cubicBezTo>
                    <a:pt x="0" y="45087"/>
                    <a:pt x="6465" y="29480"/>
                    <a:pt x="17972" y="17972"/>
                  </a:cubicBezTo>
                  <a:cubicBezTo>
                    <a:pt x="29480" y="6465"/>
                    <a:pt x="45087" y="0"/>
                    <a:pt x="6136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755B1">
                    <a:alpha val="100000"/>
                  </a:srgbClr>
                </a:gs>
                <a:gs pos="100000">
                  <a:srgbClr val="40B2D4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-7439" y="-59835"/>
              <a:ext cx="1019196" cy="2179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23130263_Đặng Ngọc Quyên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863816" y="2533905"/>
            <a:ext cx="3086100" cy="3324518"/>
            <a:chOff x="0" y="0"/>
            <a:chExt cx="812800" cy="87559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75593"/>
            </a:xfrm>
            <a:custGeom>
              <a:avLst/>
              <a:gdLst/>
              <a:ahLst/>
              <a:cxnLst/>
              <a:rect l="l" t="t" r="r" b="b"/>
              <a:pathLst>
                <a:path w="812800" h="875593">
                  <a:moveTo>
                    <a:pt x="0" y="0"/>
                  </a:moveTo>
                  <a:lnTo>
                    <a:pt x="812800" y="0"/>
                  </a:lnTo>
                  <a:lnTo>
                    <a:pt x="812800" y="875593"/>
                  </a:lnTo>
                  <a:lnTo>
                    <a:pt x="0" y="875593"/>
                  </a:lnTo>
                  <a:close/>
                </a:path>
              </a:pathLst>
            </a:custGeom>
            <a:solidFill>
              <a:srgbClr val="F6F4F4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812800" cy="913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616216" y="8957199"/>
            <a:ext cx="4307003" cy="770532"/>
            <a:chOff x="0" y="-54766"/>
            <a:chExt cx="1134355" cy="20293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134355" cy="117214"/>
            </a:xfrm>
            <a:custGeom>
              <a:avLst/>
              <a:gdLst/>
              <a:ahLst/>
              <a:cxnLst/>
              <a:rect l="l" t="t" r="r" b="b"/>
              <a:pathLst>
                <a:path w="1134355" h="117214">
                  <a:moveTo>
                    <a:pt x="58607" y="0"/>
                  </a:moveTo>
                  <a:lnTo>
                    <a:pt x="1075748" y="0"/>
                  </a:lnTo>
                  <a:cubicBezTo>
                    <a:pt x="1108116" y="0"/>
                    <a:pt x="1134355" y="26239"/>
                    <a:pt x="1134355" y="58607"/>
                  </a:cubicBezTo>
                  <a:lnTo>
                    <a:pt x="1134355" y="58607"/>
                  </a:lnTo>
                  <a:cubicBezTo>
                    <a:pt x="1134355" y="90975"/>
                    <a:pt x="1108116" y="117214"/>
                    <a:pt x="1075748" y="117214"/>
                  </a:cubicBezTo>
                  <a:lnTo>
                    <a:pt x="58607" y="117214"/>
                  </a:lnTo>
                  <a:cubicBezTo>
                    <a:pt x="26239" y="117214"/>
                    <a:pt x="0" y="90975"/>
                    <a:pt x="0" y="58607"/>
                  </a:cubicBezTo>
                  <a:lnTo>
                    <a:pt x="0" y="58607"/>
                  </a:lnTo>
                  <a:cubicBezTo>
                    <a:pt x="0" y="26239"/>
                    <a:pt x="26239" y="0"/>
                    <a:pt x="586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755B1">
                    <a:alpha val="100000"/>
                  </a:srgbClr>
                </a:gs>
                <a:gs pos="100000">
                  <a:srgbClr val="40B2D4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3" name="TextBox 23"/>
            <p:cNvSpPr txBox="1"/>
            <p:nvPr/>
          </p:nvSpPr>
          <p:spPr>
            <a:xfrm>
              <a:off x="0" y="-54766"/>
              <a:ext cx="1134355" cy="2029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23130257_Nguyễn Trần Nhật Quân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024416" y="4822355"/>
            <a:ext cx="4387717" cy="827615"/>
            <a:chOff x="0" y="-59799"/>
            <a:chExt cx="1155613" cy="21797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55613" cy="122723"/>
            </a:xfrm>
            <a:custGeom>
              <a:avLst/>
              <a:gdLst/>
              <a:ahLst/>
              <a:cxnLst/>
              <a:rect l="l" t="t" r="r" b="b"/>
              <a:pathLst>
                <a:path w="1155613" h="122723">
                  <a:moveTo>
                    <a:pt x="61361" y="0"/>
                  </a:moveTo>
                  <a:lnTo>
                    <a:pt x="1094251" y="0"/>
                  </a:lnTo>
                  <a:cubicBezTo>
                    <a:pt x="1110525" y="0"/>
                    <a:pt x="1126133" y="6465"/>
                    <a:pt x="1137640" y="17972"/>
                  </a:cubicBezTo>
                  <a:cubicBezTo>
                    <a:pt x="1149148" y="29480"/>
                    <a:pt x="1155613" y="45087"/>
                    <a:pt x="1155613" y="61361"/>
                  </a:cubicBezTo>
                  <a:lnTo>
                    <a:pt x="1155613" y="61361"/>
                  </a:lnTo>
                  <a:cubicBezTo>
                    <a:pt x="1155613" y="77635"/>
                    <a:pt x="1149148" y="93243"/>
                    <a:pt x="1137640" y="104750"/>
                  </a:cubicBezTo>
                  <a:cubicBezTo>
                    <a:pt x="1126133" y="116258"/>
                    <a:pt x="1110525" y="122723"/>
                    <a:pt x="1094251" y="122723"/>
                  </a:cubicBezTo>
                  <a:lnTo>
                    <a:pt x="61361" y="122723"/>
                  </a:lnTo>
                  <a:cubicBezTo>
                    <a:pt x="45087" y="122723"/>
                    <a:pt x="29480" y="116258"/>
                    <a:pt x="17972" y="104750"/>
                  </a:cubicBezTo>
                  <a:cubicBezTo>
                    <a:pt x="6465" y="93243"/>
                    <a:pt x="0" y="77635"/>
                    <a:pt x="0" y="61361"/>
                  </a:cubicBezTo>
                  <a:lnTo>
                    <a:pt x="0" y="61361"/>
                  </a:lnTo>
                  <a:cubicBezTo>
                    <a:pt x="0" y="45087"/>
                    <a:pt x="6465" y="29480"/>
                    <a:pt x="17972" y="17972"/>
                  </a:cubicBezTo>
                  <a:cubicBezTo>
                    <a:pt x="29480" y="6465"/>
                    <a:pt x="45087" y="0"/>
                    <a:pt x="6136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755B1">
                    <a:alpha val="100000"/>
                  </a:srgbClr>
                </a:gs>
                <a:gs pos="100000">
                  <a:srgbClr val="40B2D4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6" name="TextBox 26"/>
            <p:cNvSpPr txBox="1"/>
            <p:nvPr/>
          </p:nvSpPr>
          <p:spPr>
            <a:xfrm>
              <a:off x="0" y="-59799"/>
              <a:ext cx="1155613" cy="2179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23130350_Huỳnh Thị Thanh Trúc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443553" y="5322158"/>
            <a:ext cx="4068865" cy="827615"/>
            <a:chOff x="0" y="-42972"/>
            <a:chExt cx="1071635" cy="21797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71635" cy="122723"/>
            </a:xfrm>
            <a:custGeom>
              <a:avLst/>
              <a:gdLst/>
              <a:ahLst/>
              <a:cxnLst/>
              <a:rect l="l" t="t" r="r" b="b"/>
              <a:pathLst>
                <a:path w="1071635" h="122723">
                  <a:moveTo>
                    <a:pt x="61361" y="0"/>
                  </a:moveTo>
                  <a:lnTo>
                    <a:pt x="1010274" y="0"/>
                  </a:lnTo>
                  <a:cubicBezTo>
                    <a:pt x="1026548" y="0"/>
                    <a:pt x="1042155" y="6465"/>
                    <a:pt x="1053663" y="17972"/>
                  </a:cubicBezTo>
                  <a:cubicBezTo>
                    <a:pt x="1065170" y="29480"/>
                    <a:pt x="1071635" y="45087"/>
                    <a:pt x="1071635" y="61361"/>
                  </a:cubicBezTo>
                  <a:lnTo>
                    <a:pt x="1071635" y="61361"/>
                  </a:lnTo>
                  <a:cubicBezTo>
                    <a:pt x="1071635" y="77635"/>
                    <a:pt x="1065170" y="93243"/>
                    <a:pt x="1053663" y="104750"/>
                  </a:cubicBezTo>
                  <a:cubicBezTo>
                    <a:pt x="1042155" y="116258"/>
                    <a:pt x="1026548" y="122723"/>
                    <a:pt x="1010274" y="122723"/>
                  </a:cubicBezTo>
                  <a:lnTo>
                    <a:pt x="61361" y="122723"/>
                  </a:lnTo>
                  <a:cubicBezTo>
                    <a:pt x="45087" y="122723"/>
                    <a:pt x="29480" y="116258"/>
                    <a:pt x="17972" y="104750"/>
                  </a:cubicBezTo>
                  <a:cubicBezTo>
                    <a:pt x="6465" y="93243"/>
                    <a:pt x="0" y="77635"/>
                    <a:pt x="0" y="61361"/>
                  </a:cubicBezTo>
                  <a:lnTo>
                    <a:pt x="0" y="61361"/>
                  </a:lnTo>
                  <a:cubicBezTo>
                    <a:pt x="0" y="45087"/>
                    <a:pt x="6465" y="29480"/>
                    <a:pt x="17972" y="17972"/>
                  </a:cubicBezTo>
                  <a:cubicBezTo>
                    <a:pt x="29480" y="6465"/>
                    <a:pt x="45087" y="0"/>
                    <a:pt x="6136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755B1">
                    <a:alpha val="100000"/>
                  </a:srgbClr>
                </a:gs>
                <a:gs pos="100000">
                  <a:srgbClr val="40B2D4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9" name="TextBox 29"/>
            <p:cNvSpPr txBox="1"/>
            <p:nvPr/>
          </p:nvSpPr>
          <p:spPr>
            <a:xfrm>
              <a:off x="0" y="-42972"/>
              <a:ext cx="1071635" cy="2179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23130341_Trần Thị Quỳnh Trâm</a:t>
              </a:r>
            </a:p>
          </p:txBody>
        </p:sp>
      </p:grpSp>
      <p:sp>
        <p:nvSpPr>
          <p:cNvPr id="30" name="Freeform 30"/>
          <p:cNvSpPr/>
          <p:nvPr/>
        </p:nvSpPr>
        <p:spPr>
          <a:xfrm>
            <a:off x="8321002" y="2533957"/>
            <a:ext cx="1645371" cy="2071582"/>
          </a:xfrm>
          <a:custGeom>
            <a:avLst/>
            <a:gdLst/>
            <a:ahLst/>
            <a:cxnLst/>
            <a:rect l="l" t="t" r="r" b="b"/>
            <a:pathLst>
              <a:path w="1645371" h="2071582">
                <a:moveTo>
                  <a:pt x="0" y="0"/>
                </a:moveTo>
                <a:lnTo>
                  <a:pt x="1645372" y="0"/>
                </a:lnTo>
                <a:lnTo>
                  <a:pt x="1645372" y="2071582"/>
                </a:lnTo>
                <a:lnTo>
                  <a:pt x="0" y="20715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5806571" y="6491025"/>
            <a:ext cx="1641263" cy="2410005"/>
          </a:xfrm>
          <a:custGeom>
            <a:avLst/>
            <a:gdLst/>
            <a:ahLst/>
            <a:cxnLst/>
            <a:rect l="l" t="t" r="r" b="b"/>
            <a:pathLst>
              <a:path w="1641263" h="2410005">
                <a:moveTo>
                  <a:pt x="0" y="0"/>
                </a:moveTo>
                <a:lnTo>
                  <a:pt x="1641264" y="0"/>
                </a:lnTo>
                <a:lnTo>
                  <a:pt x="1641264" y="2410005"/>
                </a:lnTo>
                <a:lnTo>
                  <a:pt x="0" y="24100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204" b="-1204"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3067131" y="2927844"/>
            <a:ext cx="1490940" cy="2108229"/>
          </a:xfrm>
          <a:custGeom>
            <a:avLst/>
            <a:gdLst/>
            <a:ahLst/>
            <a:cxnLst/>
            <a:rect l="l" t="t" r="r" b="b"/>
            <a:pathLst>
              <a:path w="1490940" h="2108229">
                <a:moveTo>
                  <a:pt x="0" y="0"/>
                </a:moveTo>
                <a:lnTo>
                  <a:pt x="1490940" y="0"/>
                </a:lnTo>
                <a:lnTo>
                  <a:pt x="1490940" y="2108229"/>
                </a:lnTo>
                <a:lnTo>
                  <a:pt x="0" y="21082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3600373" y="2875389"/>
            <a:ext cx="1755225" cy="2376946"/>
          </a:xfrm>
          <a:custGeom>
            <a:avLst/>
            <a:gdLst/>
            <a:ahLst/>
            <a:cxnLst/>
            <a:rect l="l" t="t" r="r" b="b"/>
            <a:pathLst>
              <a:path w="1755225" h="2376946">
                <a:moveTo>
                  <a:pt x="0" y="0"/>
                </a:moveTo>
                <a:lnTo>
                  <a:pt x="1755225" y="0"/>
                </a:lnTo>
                <a:lnTo>
                  <a:pt x="1755225" y="2376946"/>
                </a:lnTo>
                <a:lnTo>
                  <a:pt x="0" y="237694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34" name="Group 34"/>
          <p:cNvGrpSpPr/>
          <p:nvPr/>
        </p:nvGrpSpPr>
        <p:grpSpPr>
          <a:xfrm>
            <a:off x="-4270266" y="6187673"/>
            <a:ext cx="5298966" cy="5298966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36" name="TextBox 3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7" name="Freeform 37"/>
          <p:cNvSpPr/>
          <p:nvPr/>
        </p:nvSpPr>
        <p:spPr>
          <a:xfrm rot="5400000" flipH="1" flipV="1">
            <a:off x="17353531" y="5744902"/>
            <a:ext cx="936704" cy="502414"/>
          </a:xfrm>
          <a:custGeom>
            <a:avLst/>
            <a:gdLst/>
            <a:ahLst/>
            <a:cxnLst/>
            <a:rect l="l" t="t" r="r" b="b"/>
            <a:pathLst>
              <a:path w="936704" h="502414">
                <a:moveTo>
                  <a:pt x="936705" y="502415"/>
                </a:moveTo>
                <a:lnTo>
                  <a:pt x="0" y="502415"/>
                </a:lnTo>
                <a:lnTo>
                  <a:pt x="0" y="0"/>
                </a:lnTo>
                <a:lnTo>
                  <a:pt x="936705" y="0"/>
                </a:lnTo>
                <a:lnTo>
                  <a:pt x="936705" y="502415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6846051" y="498949"/>
            <a:ext cx="1429114" cy="766525"/>
          </a:xfrm>
          <a:custGeom>
            <a:avLst/>
            <a:gdLst/>
            <a:ahLst/>
            <a:cxnLst/>
            <a:rect l="l" t="t" r="r" b="b"/>
            <a:pathLst>
              <a:path w="1429114" h="766525">
                <a:moveTo>
                  <a:pt x="0" y="0"/>
                </a:moveTo>
                <a:lnTo>
                  <a:pt x="1429113" y="0"/>
                </a:lnTo>
                <a:lnTo>
                  <a:pt x="1429113" y="766525"/>
                </a:lnTo>
                <a:lnTo>
                  <a:pt x="0" y="76652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957268" y="503673"/>
            <a:ext cx="7317896" cy="76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95"/>
              </a:lnSpc>
            </a:pPr>
            <a:r>
              <a:rPr lang="en-US" sz="4211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THÀNH VIÊN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10215033" y="6257497"/>
            <a:ext cx="3387599" cy="3387599"/>
            <a:chOff x="0" y="0"/>
            <a:chExt cx="812800" cy="8128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F4F4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Freeform 43"/>
          <p:cNvSpPr/>
          <p:nvPr/>
        </p:nvSpPr>
        <p:spPr>
          <a:xfrm>
            <a:off x="10911225" y="6187673"/>
            <a:ext cx="2044406" cy="3074295"/>
          </a:xfrm>
          <a:custGeom>
            <a:avLst/>
            <a:gdLst/>
            <a:ahLst/>
            <a:cxnLst/>
            <a:rect l="l" t="t" r="r" b="b"/>
            <a:pathLst>
              <a:path w="2044406" h="3074295">
                <a:moveTo>
                  <a:pt x="0" y="0"/>
                </a:moveTo>
                <a:lnTo>
                  <a:pt x="2044406" y="0"/>
                </a:lnTo>
                <a:lnTo>
                  <a:pt x="2044406" y="3074295"/>
                </a:lnTo>
                <a:lnTo>
                  <a:pt x="0" y="307429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grpSp>
        <p:nvGrpSpPr>
          <p:cNvPr id="44" name="Group 44"/>
          <p:cNvGrpSpPr/>
          <p:nvPr/>
        </p:nvGrpSpPr>
        <p:grpSpPr>
          <a:xfrm>
            <a:off x="10192901" y="8811686"/>
            <a:ext cx="3354577" cy="827615"/>
            <a:chOff x="0" y="-61027"/>
            <a:chExt cx="883510" cy="217973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79359" cy="122723"/>
            </a:xfrm>
            <a:custGeom>
              <a:avLst/>
              <a:gdLst/>
              <a:ahLst/>
              <a:cxnLst/>
              <a:rect l="l" t="t" r="r" b="b"/>
              <a:pathLst>
                <a:path w="879359" h="122723">
                  <a:moveTo>
                    <a:pt x="61361" y="0"/>
                  </a:moveTo>
                  <a:lnTo>
                    <a:pt x="817998" y="0"/>
                  </a:lnTo>
                  <a:cubicBezTo>
                    <a:pt x="834272" y="0"/>
                    <a:pt x="849879" y="6465"/>
                    <a:pt x="861387" y="17972"/>
                  </a:cubicBezTo>
                  <a:cubicBezTo>
                    <a:pt x="872894" y="29480"/>
                    <a:pt x="879359" y="45087"/>
                    <a:pt x="879359" y="61361"/>
                  </a:cubicBezTo>
                  <a:lnTo>
                    <a:pt x="879359" y="61361"/>
                  </a:lnTo>
                  <a:cubicBezTo>
                    <a:pt x="879359" y="77635"/>
                    <a:pt x="872894" y="93243"/>
                    <a:pt x="861387" y="104750"/>
                  </a:cubicBezTo>
                  <a:cubicBezTo>
                    <a:pt x="849879" y="116258"/>
                    <a:pt x="834272" y="122723"/>
                    <a:pt x="817998" y="122723"/>
                  </a:cubicBezTo>
                  <a:lnTo>
                    <a:pt x="61361" y="122723"/>
                  </a:lnTo>
                  <a:cubicBezTo>
                    <a:pt x="45087" y="122723"/>
                    <a:pt x="29480" y="116258"/>
                    <a:pt x="17972" y="104750"/>
                  </a:cubicBezTo>
                  <a:cubicBezTo>
                    <a:pt x="6465" y="93243"/>
                    <a:pt x="0" y="77635"/>
                    <a:pt x="0" y="61361"/>
                  </a:cubicBezTo>
                  <a:lnTo>
                    <a:pt x="0" y="61361"/>
                  </a:lnTo>
                  <a:cubicBezTo>
                    <a:pt x="0" y="45087"/>
                    <a:pt x="6465" y="29480"/>
                    <a:pt x="17972" y="17972"/>
                  </a:cubicBezTo>
                  <a:cubicBezTo>
                    <a:pt x="29480" y="6465"/>
                    <a:pt x="45087" y="0"/>
                    <a:pt x="6136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755B1">
                    <a:alpha val="100000"/>
                  </a:srgbClr>
                </a:gs>
                <a:gs pos="100000">
                  <a:srgbClr val="40B2D4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6" name="TextBox 46"/>
            <p:cNvSpPr txBox="1"/>
            <p:nvPr/>
          </p:nvSpPr>
          <p:spPr>
            <a:xfrm>
              <a:off x="4151" y="-61027"/>
              <a:ext cx="879359" cy="2179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23130211_Mạc Chí Nguyên</a:t>
              </a:r>
            </a:p>
          </p:txBody>
        </p:sp>
      </p:grpSp>
      <p:sp>
        <p:nvSpPr>
          <p:cNvPr id="47" name="Freeform 47"/>
          <p:cNvSpPr/>
          <p:nvPr/>
        </p:nvSpPr>
        <p:spPr>
          <a:xfrm rot="1365716">
            <a:off x="1705468" y="7928739"/>
            <a:ext cx="1826799" cy="1816835"/>
          </a:xfrm>
          <a:custGeom>
            <a:avLst/>
            <a:gdLst/>
            <a:ahLst/>
            <a:cxnLst/>
            <a:rect l="l" t="t" r="r" b="b"/>
            <a:pathLst>
              <a:path w="1826799" h="1816835">
                <a:moveTo>
                  <a:pt x="0" y="0"/>
                </a:moveTo>
                <a:lnTo>
                  <a:pt x="1826799" y="0"/>
                </a:lnTo>
                <a:lnTo>
                  <a:pt x="1826799" y="1816835"/>
                </a:lnTo>
                <a:lnTo>
                  <a:pt x="0" y="181683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 rot="1999307">
            <a:off x="16176195" y="174993"/>
            <a:ext cx="1930819" cy="1992403"/>
          </a:xfrm>
          <a:custGeom>
            <a:avLst/>
            <a:gdLst/>
            <a:ahLst/>
            <a:cxnLst/>
            <a:rect l="l" t="t" r="r" b="b"/>
            <a:pathLst>
              <a:path w="1930819" h="1992403">
                <a:moveTo>
                  <a:pt x="0" y="0"/>
                </a:moveTo>
                <a:lnTo>
                  <a:pt x="1930819" y="0"/>
                </a:lnTo>
                <a:lnTo>
                  <a:pt x="1930819" y="1992403"/>
                </a:lnTo>
                <a:lnTo>
                  <a:pt x="0" y="199240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49" name="Freeform 49"/>
          <p:cNvSpPr/>
          <p:nvPr/>
        </p:nvSpPr>
        <p:spPr>
          <a:xfrm rot="-1261922">
            <a:off x="15416949" y="7454617"/>
            <a:ext cx="1829648" cy="2145643"/>
          </a:xfrm>
          <a:custGeom>
            <a:avLst/>
            <a:gdLst/>
            <a:ahLst/>
            <a:cxnLst/>
            <a:rect l="l" t="t" r="r" b="b"/>
            <a:pathLst>
              <a:path w="1829648" h="2145643">
                <a:moveTo>
                  <a:pt x="0" y="0"/>
                </a:moveTo>
                <a:lnTo>
                  <a:pt x="1829648" y="0"/>
                </a:lnTo>
                <a:lnTo>
                  <a:pt x="1829648" y="2145643"/>
                </a:lnTo>
                <a:lnTo>
                  <a:pt x="0" y="214564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50" name="Slide Number Placeholder 49">
            <a:extLst>
              <a:ext uri="{FF2B5EF4-FFF2-40B4-BE49-F238E27FC236}">
                <a16:creationId xmlns:a16="http://schemas.microsoft.com/office/drawing/2014/main" id="{C9216DEF-88B1-B9D8-1A3F-FB5C780A8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307252" y="-5233061"/>
            <a:ext cx="10376561" cy="20753122"/>
          </a:xfrm>
          <a:custGeom>
            <a:avLst/>
            <a:gdLst/>
            <a:ahLst/>
            <a:cxnLst/>
            <a:rect l="l" t="t" r="r" b="b"/>
            <a:pathLst>
              <a:path w="10376561" h="20753122">
                <a:moveTo>
                  <a:pt x="0" y="0"/>
                </a:moveTo>
                <a:lnTo>
                  <a:pt x="10376562" y="0"/>
                </a:lnTo>
                <a:lnTo>
                  <a:pt x="10376562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610042" y="-215874"/>
            <a:ext cx="2785139" cy="2785139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28650" cap="sq">
              <a:gradFill>
                <a:gsLst>
                  <a:gs pos="0">
                    <a:srgbClr val="3972F0">
                      <a:alpha val="100000"/>
                    </a:srgbClr>
                  </a:gs>
                  <a:gs pos="100000">
                    <a:srgbClr val="1CDAF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1377835" y="-7250246"/>
            <a:ext cx="9529995" cy="9529995"/>
          </a:xfrm>
          <a:custGeom>
            <a:avLst/>
            <a:gdLst/>
            <a:ahLst/>
            <a:cxnLst/>
            <a:rect l="l" t="t" r="r" b="b"/>
            <a:pathLst>
              <a:path w="9529995" h="9529995">
                <a:moveTo>
                  <a:pt x="0" y="0"/>
                </a:moveTo>
                <a:lnTo>
                  <a:pt x="9529995" y="0"/>
                </a:lnTo>
                <a:lnTo>
                  <a:pt x="9529995" y="9529995"/>
                </a:lnTo>
                <a:lnTo>
                  <a:pt x="0" y="95299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6142832" y="7822794"/>
            <a:ext cx="1673561" cy="167356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972F0">
                    <a:alpha val="100000"/>
                  </a:srgbClr>
                </a:gs>
                <a:gs pos="100000">
                  <a:srgbClr val="1CDAF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6875807" y="1480173"/>
            <a:ext cx="1766866" cy="969568"/>
          </a:xfrm>
          <a:custGeom>
            <a:avLst/>
            <a:gdLst/>
            <a:ahLst/>
            <a:cxnLst/>
            <a:rect l="l" t="t" r="r" b="b"/>
            <a:pathLst>
              <a:path w="1766866" h="969568">
                <a:moveTo>
                  <a:pt x="0" y="0"/>
                </a:moveTo>
                <a:lnTo>
                  <a:pt x="1766866" y="0"/>
                </a:lnTo>
                <a:lnTo>
                  <a:pt x="1766866" y="969568"/>
                </a:lnTo>
                <a:lnTo>
                  <a:pt x="0" y="9695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0" y="9531654"/>
            <a:ext cx="1766866" cy="969568"/>
          </a:xfrm>
          <a:custGeom>
            <a:avLst/>
            <a:gdLst/>
            <a:ahLst/>
            <a:cxnLst/>
            <a:rect l="l" t="t" r="r" b="b"/>
            <a:pathLst>
              <a:path w="1766866" h="969568">
                <a:moveTo>
                  <a:pt x="0" y="0"/>
                </a:moveTo>
                <a:lnTo>
                  <a:pt x="1766866" y="0"/>
                </a:lnTo>
                <a:lnTo>
                  <a:pt x="1766866" y="969568"/>
                </a:lnTo>
                <a:lnTo>
                  <a:pt x="0" y="9695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-17259300" y="-1690561"/>
            <a:ext cx="17966065" cy="12844173"/>
            <a:chOff x="0" y="0"/>
            <a:chExt cx="4731803" cy="338282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731803" cy="3382827"/>
            </a:xfrm>
            <a:custGeom>
              <a:avLst/>
              <a:gdLst/>
              <a:ahLst/>
              <a:cxnLst/>
              <a:rect l="l" t="t" r="r" b="b"/>
              <a:pathLst>
                <a:path w="4731803" h="3382827">
                  <a:moveTo>
                    <a:pt x="21977" y="0"/>
                  </a:moveTo>
                  <a:lnTo>
                    <a:pt x="4709826" y="0"/>
                  </a:lnTo>
                  <a:cubicBezTo>
                    <a:pt x="4715655" y="0"/>
                    <a:pt x="4721245" y="2315"/>
                    <a:pt x="4725366" y="6437"/>
                  </a:cubicBezTo>
                  <a:cubicBezTo>
                    <a:pt x="4729488" y="10558"/>
                    <a:pt x="4731803" y="16148"/>
                    <a:pt x="4731803" y="21977"/>
                  </a:cubicBezTo>
                  <a:lnTo>
                    <a:pt x="4731803" y="3360850"/>
                  </a:lnTo>
                  <a:cubicBezTo>
                    <a:pt x="4731803" y="3366679"/>
                    <a:pt x="4729488" y="3372269"/>
                    <a:pt x="4725366" y="3376390"/>
                  </a:cubicBezTo>
                  <a:cubicBezTo>
                    <a:pt x="4721245" y="3380512"/>
                    <a:pt x="4715655" y="3382827"/>
                    <a:pt x="4709826" y="3382827"/>
                  </a:cubicBezTo>
                  <a:lnTo>
                    <a:pt x="21977" y="3382827"/>
                  </a:lnTo>
                  <a:cubicBezTo>
                    <a:pt x="16148" y="3382827"/>
                    <a:pt x="10558" y="3380512"/>
                    <a:pt x="6437" y="3376390"/>
                  </a:cubicBezTo>
                  <a:cubicBezTo>
                    <a:pt x="2315" y="3372269"/>
                    <a:pt x="0" y="3366679"/>
                    <a:pt x="0" y="3360850"/>
                  </a:cubicBezTo>
                  <a:lnTo>
                    <a:pt x="0" y="21977"/>
                  </a:lnTo>
                  <a:cubicBezTo>
                    <a:pt x="0" y="16148"/>
                    <a:pt x="2315" y="10558"/>
                    <a:pt x="6437" y="6437"/>
                  </a:cubicBezTo>
                  <a:cubicBezTo>
                    <a:pt x="10558" y="2315"/>
                    <a:pt x="16148" y="0"/>
                    <a:pt x="21977" y="0"/>
                  </a:cubicBezTo>
                  <a:close/>
                </a:path>
              </a:pathLst>
            </a:custGeom>
            <a:solidFill>
              <a:srgbClr val="3972F0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4731803" cy="34209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 rot="2599173">
            <a:off x="16772534" y="3334798"/>
            <a:ext cx="973532" cy="897475"/>
          </a:xfrm>
          <a:custGeom>
            <a:avLst/>
            <a:gdLst/>
            <a:ahLst/>
            <a:cxnLst/>
            <a:rect l="l" t="t" r="r" b="b"/>
            <a:pathLst>
              <a:path w="973532" h="897475">
                <a:moveTo>
                  <a:pt x="0" y="0"/>
                </a:moveTo>
                <a:lnTo>
                  <a:pt x="973532" y="0"/>
                </a:lnTo>
                <a:lnTo>
                  <a:pt x="973532" y="897475"/>
                </a:lnTo>
                <a:lnTo>
                  <a:pt x="0" y="8974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31484" t="-39236" r="-39297" b="-46019"/>
            </a:stretch>
          </a:blipFill>
        </p:spPr>
      </p:sp>
      <p:sp>
        <p:nvSpPr>
          <p:cNvPr id="16" name="Freeform 16"/>
          <p:cNvSpPr/>
          <p:nvPr/>
        </p:nvSpPr>
        <p:spPr>
          <a:xfrm rot="2599173">
            <a:off x="17364964" y="7284684"/>
            <a:ext cx="382567" cy="352679"/>
          </a:xfrm>
          <a:custGeom>
            <a:avLst/>
            <a:gdLst/>
            <a:ahLst/>
            <a:cxnLst/>
            <a:rect l="l" t="t" r="r" b="b"/>
            <a:pathLst>
              <a:path w="382567" h="352679">
                <a:moveTo>
                  <a:pt x="0" y="0"/>
                </a:moveTo>
                <a:lnTo>
                  <a:pt x="382566" y="0"/>
                </a:lnTo>
                <a:lnTo>
                  <a:pt x="382566" y="352678"/>
                </a:lnTo>
                <a:lnTo>
                  <a:pt x="0" y="3526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31484" t="-39236" r="-39297" b="-46019"/>
            </a:stretch>
          </a:blipFill>
        </p:spPr>
      </p:sp>
      <p:sp>
        <p:nvSpPr>
          <p:cNvPr id="17" name="AutoShape 17"/>
          <p:cNvSpPr/>
          <p:nvPr/>
        </p:nvSpPr>
        <p:spPr>
          <a:xfrm>
            <a:off x="8951449" y="4857035"/>
            <a:ext cx="6093096" cy="0"/>
          </a:xfrm>
          <a:prstGeom prst="line">
            <a:avLst/>
          </a:prstGeom>
          <a:ln w="95250" cap="flat">
            <a:solidFill>
              <a:srgbClr val="3972F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>
            <a:off x="8951449" y="6789538"/>
            <a:ext cx="6093096" cy="0"/>
          </a:xfrm>
          <a:prstGeom prst="line">
            <a:avLst/>
          </a:prstGeom>
          <a:ln w="95250" cap="flat">
            <a:solidFill>
              <a:srgbClr val="3972F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>
            <a:off x="1406520" y="9330759"/>
            <a:ext cx="5992179" cy="0"/>
          </a:xfrm>
          <a:prstGeom prst="line">
            <a:avLst/>
          </a:prstGeom>
          <a:ln w="95250" cap="flat">
            <a:solidFill>
              <a:srgbClr val="3972F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>
            <a:off x="1406520" y="3735908"/>
            <a:ext cx="5992179" cy="0"/>
          </a:xfrm>
          <a:prstGeom prst="line">
            <a:avLst/>
          </a:prstGeom>
          <a:ln w="95250" cap="flat">
            <a:solidFill>
              <a:srgbClr val="3972F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/>
          <p:cNvSpPr/>
          <p:nvPr/>
        </p:nvSpPr>
        <p:spPr>
          <a:xfrm>
            <a:off x="1406520" y="5646466"/>
            <a:ext cx="5992179" cy="0"/>
          </a:xfrm>
          <a:prstGeom prst="line">
            <a:avLst/>
          </a:prstGeom>
          <a:ln w="95250" cap="flat">
            <a:solidFill>
              <a:srgbClr val="3972F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/>
          <p:cNvSpPr/>
          <p:nvPr/>
        </p:nvSpPr>
        <p:spPr>
          <a:xfrm>
            <a:off x="1406520" y="7319280"/>
            <a:ext cx="5992179" cy="0"/>
          </a:xfrm>
          <a:prstGeom prst="line">
            <a:avLst/>
          </a:prstGeom>
          <a:ln w="95250" cap="flat">
            <a:solidFill>
              <a:srgbClr val="3972F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TextBox 23"/>
          <p:cNvSpPr txBox="1"/>
          <p:nvPr/>
        </p:nvSpPr>
        <p:spPr>
          <a:xfrm>
            <a:off x="8951449" y="3942752"/>
            <a:ext cx="4665252" cy="558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30"/>
              </a:lnSpc>
            </a:pPr>
            <a:r>
              <a:rPr lang="en-US" sz="3000" b="1">
                <a:solidFill>
                  <a:srgbClr val="16578D"/>
                </a:solidFill>
                <a:latin typeface="Arial Bold"/>
                <a:ea typeface="Arial Bold"/>
                <a:cs typeface="Arial Bold"/>
                <a:sym typeface="Arial Bold"/>
              </a:rPr>
              <a:t>Kiểm thử 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951449" y="5746392"/>
            <a:ext cx="5794415" cy="560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90"/>
              </a:lnSpc>
            </a:pPr>
            <a:r>
              <a:rPr lang="en-US" sz="3000" b="1">
                <a:solidFill>
                  <a:srgbClr val="16578D"/>
                </a:solidFill>
                <a:latin typeface="Arial Bold"/>
                <a:ea typeface="Arial Bold"/>
                <a:cs typeface="Arial Bold"/>
                <a:sym typeface="Arial Bold"/>
              </a:rPr>
              <a:t>Kết luận &amp; Hướng phát triển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06520" y="2192858"/>
            <a:ext cx="5139577" cy="1466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</a:pPr>
            <a:r>
              <a:rPr lang="en-US" sz="3000" b="1">
                <a:solidFill>
                  <a:srgbClr val="16578D"/>
                </a:solidFill>
                <a:latin typeface="Arial Bold"/>
                <a:ea typeface="Arial Bold"/>
                <a:cs typeface="Arial Bold"/>
                <a:sym typeface="Arial Bold"/>
              </a:rPr>
              <a:t>Giới thiệu đề tài &amp; Phân tích yêu cầu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06520" y="4587404"/>
            <a:ext cx="4564335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</a:pPr>
            <a:r>
              <a:rPr lang="en-US" sz="3000" b="1">
                <a:solidFill>
                  <a:srgbClr val="16578D"/>
                </a:solidFill>
                <a:latin typeface="Arial Bold"/>
                <a:ea typeface="Arial Bold"/>
                <a:cs typeface="Arial Bold"/>
                <a:sym typeface="Arial Bold"/>
              </a:rPr>
              <a:t>Kiến trúc hệ thống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546097" y="2624015"/>
            <a:ext cx="852602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00"/>
              </a:lnSpc>
            </a:pPr>
            <a:r>
              <a:rPr lang="en-US" sz="3000" b="1">
                <a:solidFill>
                  <a:srgbClr val="16578D"/>
                </a:solidFill>
                <a:latin typeface="TT Norms Bold"/>
                <a:ea typeface="TT Norms Bold"/>
                <a:cs typeface="TT Norms Bold"/>
                <a:sym typeface="TT Norms Bold"/>
              </a:rPr>
              <a:t>01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546097" y="4534573"/>
            <a:ext cx="852602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00"/>
              </a:lnSpc>
            </a:pPr>
            <a:r>
              <a:rPr lang="en-US" sz="3000" b="1">
                <a:solidFill>
                  <a:srgbClr val="16578D"/>
                </a:solidFill>
                <a:latin typeface="TT Norms Bold"/>
                <a:ea typeface="TT Norms Bold"/>
                <a:cs typeface="TT Norms Bold"/>
                <a:sym typeface="TT Norms Bold"/>
              </a:rPr>
              <a:t>02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06520" y="6132306"/>
            <a:ext cx="5139577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</a:pPr>
            <a:r>
              <a:rPr lang="en-US" sz="3000" b="1">
                <a:solidFill>
                  <a:srgbClr val="16578D"/>
                </a:solidFill>
                <a:latin typeface="Arial Bold"/>
                <a:ea typeface="Arial Bold"/>
                <a:cs typeface="Arial Bold"/>
                <a:sym typeface="Arial Bold"/>
              </a:rPr>
              <a:t>Chức năng chính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06520" y="8109862"/>
            <a:ext cx="5139577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</a:pPr>
            <a:r>
              <a:rPr lang="en-US" sz="3000" b="1">
                <a:solidFill>
                  <a:srgbClr val="16578D"/>
                </a:solidFill>
                <a:latin typeface="Arial Bold"/>
                <a:ea typeface="Arial Bold"/>
                <a:cs typeface="Arial Bold"/>
                <a:sym typeface="Arial Bold"/>
              </a:rPr>
              <a:t>Thiết kế &amp; Cơ sở dữ liệu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546097" y="6207386"/>
            <a:ext cx="852602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00"/>
              </a:lnSpc>
            </a:pPr>
            <a:r>
              <a:rPr lang="en-US" sz="3000" b="1">
                <a:solidFill>
                  <a:srgbClr val="16578D"/>
                </a:solidFill>
                <a:latin typeface="TT Norms Bold"/>
                <a:ea typeface="TT Norms Bold"/>
                <a:cs typeface="TT Norms Bold"/>
                <a:sym typeface="TT Norms Bold"/>
              </a:rPr>
              <a:t>03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546097" y="8213651"/>
            <a:ext cx="852602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00"/>
              </a:lnSpc>
            </a:pPr>
            <a:r>
              <a:rPr lang="en-US" sz="3000" b="1">
                <a:solidFill>
                  <a:srgbClr val="16578D"/>
                </a:solidFill>
                <a:latin typeface="TT Norms Bold"/>
                <a:ea typeface="TT Norms Bold"/>
                <a:cs typeface="TT Norms Bold"/>
                <a:sym typeface="TT Norms Bold"/>
              </a:rPr>
              <a:t>04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191943" y="3745141"/>
            <a:ext cx="852602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00"/>
              </a:lnSpc>
            </a:pPr>
            <a:r>
              <a:rPr lang="en-US" sz="3000" b="1">
                <a:solidFill>
                  <a:srgbClr val="16578D"/>
                </a:solidFill>
                <a:latin typeface="TT Norms Bold"/>
                <a:ea typeface="TT Norms Bold"/>
                <a:cs typeface="TT Norms Bold"/>
                <a:sym typeface="TT Norms Bold"/>
              </a:rPr>
              <a:t>05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4191943" y="5677645"/>
            <a:ext cx="852602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00"/>
              </a:lnSpc>
            </a:pPr>
            <a:r>
              <a:rPr lang="en-US" sz="3000" b="1">
                <a:solidFill>
                  <a:srgbClr val="16578D"/>
                </a:solidFill>
                <a:latin typeface="TT Norms Bold"/>
                <a:ea typeface="TT Norms Bold"/>
                <a:cs typeface="TT Norms Bold"/>
                <a:sym typeface="TT Norms Bold"/>
              </a:rPr>
              <a:t>06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033051" y="564790"/>
            <a:ext cx="9026092" cy="140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64"/>
              </a:lnSpc>
              <a:spcBef>
                <a:spcPct val="0"/>
              </a:spcBef>
            </a:pPr>
            <a:r>
              <a:rPr lang="en-US" sz="9220">
                <a:solidFill>
                  <a:srgbClr val="1C3D86"/>
                </a:solidFill>
                <a:latin typeface="Baloo"/>
                <a:ea typeface="Baloo"/>
                <a:cs typeface="Baloo"/>
                <a:sym typeface="Baloo"/>
              </a:rPr>
              <a:t>Mục lục</a:t>
            </a:r>
          </a:p>
        </p:txBody>
      </p:sp>
      <p:sp>
        <p:nvSpPr>
          <p:cNvPr id="36" name="Freeform 36"/>
          <p:cNvSpPr/>
          <p:nvPr/>
        </p:nvSpPr>
        <p:spPr>
          <a:xfrm>
            <a:off x="11059143" y="312251"/>
            <a:ext cx="3017828" cy="3039937"/>
          </a:xfrm>
          <a:custGeom>
            <a:avLst/>
            <a:gdLst/>
            <a:ahLst/>
            <a:cxnLst/>
            <a:rect l="l" t="t" r="r" b="b"/>
            <a:pathLst>
              <a:path w="3017828" h="3039937">
                <a:moveTo>
                  <a:pt x="0" y="0"/>
                </a:moveTo>
                <a:lnTo>
                  <a:pt x="3017829" y="0"/>
                </a:lnTo>
                <a:lnTo>
                  <a:pt x="3017829" y="3039937"/>
                </a:lnTo>
                <a:lnTo>
                  <a:pt x="0" y="30399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706765" y="55054"/>
            <a:ext cx="2092052" cy="2080641"/>
          </a:xfrm>
          <a:custGeom>
            <a:avLst/>
            <a:gdLst/>
            <a:ahLst/>
            <a:cxnLst/>
            <a:rect l="l" t="t" r="r" b="b"/>
            <a:pathLst>
              <a:path w="2092052" h="2080641">
                <a:moveTo>
                  <a:pt x="0" y="0"/>
                </a:moveTo>
                <a:lnTo>
                  <a:pt x="2092052" y="0"/>
                </a:lnTo>
                <a:lnTo>
                  <a:pt x="2092052" y="2080640"/>
                </a:lnTo>
                <a:lnTo>
                  <a:pt x="0" y="208064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15294442" y="9330759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199" y="0"/>
                </a:lnTo>
                <a:lnTo>
                  <a:pt x="631199" y="611689"/>
                </a:lnTo>
                <a:lnTo>
                  <a:pt x="0" y="61168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9763085" y="258946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89"/>
                </a:lnTo>
                <a:lnTo>
                  <a:pt x="0" y="61168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16543793" y="2769387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5" y="0"/>
                </a:lnTo>
                <a:lnTo>
                  <a:pt x="1504615" y="248945"/>
                </a:lnTo>
                <a:lnTo>
                  <a:pt x="0" y="24894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41" name="Slide Number Placeholder 40">
            <a:extLst>
              <a:ext uri="{FF2B5EF4-FFF2-40B4-BE49-F238E27FC236}">
                <a16:creationId xmlns:a16="http://schemas.microsoft.com/office/drawing/2014/main" id="{51CF670F-D0D6-325B-F977-7339FB5E8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487716" y="-5215484"/>
            <a:ext cx="10376561" cy="20753122"/>
          </a:xfrm>
          <a:custGeom>
            <a:avLst/>
            <a:gdLst/>
            <a:ahLst/>
            <a:cxnLst/>
            <a:rect l="l" t="t" r="r" b="b"/>
            <a:pathLst>
              <a:path w="10376561" h="20753122">
                <a:moveTo>
                  <a:pt x="0" y="0"/>
                </a:moveTo>
                <a:lnTo>
                  <a:pt x="10376561" y="0"/>
                </a:lnTo>
                <a:lnTo>
                  <a:pt x="10376561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312398" y="188038"/>
            <a:ext cx="3995373" cy="3225355"/>
          </a:xfrm>
          <a:custGeom>
            <a:avLst/>
            <a:gdLst/>
            <a:ahLst/>
            <a:cxnLst/>
            <a:rect l="l" t="t" r="r" b="b"/>
            <a:pathLst>
              <a:path w="3995373" h="3225355">
                <a:moveTo>
                  <a:pt x="0" y="0"/>
                </a:moveTo>
                <a:lnTo>
                  <a:pt x="3995373" y="0"/>
                </a:lnTo>
                <a:lnTo>
                  <a:pt x="3995373" y="3225355"/>
                </a:lnTo>
                <a:lnTo>
                  <a:pt x="0" y="32253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506993" y="2702072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4" y="0"/>
                </a:lnTo>
                <a:lnTo>
                  <a:pt x="1504614" y="248945"/>
                </a:lnTo>
                <a:lnTo>
                  <a:pt x="0" y="2489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237288" y="9258300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4" y="0"/>
                </a:lnTo>
                <a:lnTo>
                  <a:pt x="1504614" y="248945"/>
                </a:lnTo>
                <a:lnTo>
                  <a:pt x="0" y="2489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89457" y="5428083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05057" y="6325523"/>
            <a:ext cx="3643756" cy="3643756"/>
          </a:xfrm>
          <a:custGeom>
            <a:avLst/>
            <a:gdLst/>
            <a:ahLst/>
            <a:cxnLst/>
            <a:rect l="l" t="t" r="r" b="b"/>
            <a:pathLst>
              <a:path w="3643756" h="3643756">
                <a:moveTo>
                  <a:pt x="0" y="0"/>
                </a:moveTo>
                <a:lnTo>
                  <a:pt x="3643756" y="0"/>
                </a:lnTo>
                <a:lnTo>
                  <a:pt x="3643756" y="3643756"/>
                </a:lnTo>
                <a:lnTo>
                  <a:pt x="0" y="36437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825906" y="63565"/>
            <a:ext cx="2638507" cy="2638507"/>
          </a:xfrm>
          <a:custGeom>
            <a:avLst/>
            <a:gdLst/>
            <a:ahLst/>
            <a:cxnLst/>
            <a:rect l="l" t="t" r="r" b="b"/>
            <a:pathLst>
              <a:path w="2638507" h="2638507">
                <a:moveTo>
                  <a:pt x="0" y="0"/>
                </a:moveTo>
                <a:lnTo>
                  <a:pt x="2638507" y="0"/>
                </a:lnTo>
                <a:lnTo>
                  <a:pt x="2638507" y="2638507"/>
                </a:lnTo>
                <a:lnTo>
                  <a:pt x="0" y="263850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949936">
            <a:off x="14021569" y="6512210"/>
            <a:ext cx="3499461" cy="3143153"/>
          </a:xfrm>
          <a:custGeom>
            <a:avLst/>
            <a:gdLst/>
            <a:ahLst/>
            <a:cxnLst/>
            <a:rect l="l" t="t" r="r" b="b"/>
            <a:pathLst>
              <a:path w="3499461" h="3143153">
                <a:moveTo>
                  <a:pt x="0" y="0"/>
                </a:moveTo>
                <a:lnTo>
                  <a:pt x="3499461" y="0"/>
                </a:lnTo>
                <a:lnTo>
                  <a:pt x="3499461" y="3143152"/>
                </a:lnTo>
                <a:lnTo>
                  <a:pt x="0" y="314315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4629158" y="2499041"/>
            <a:ext cx="8114227" cy="5648360"/>
            <a:chOff x="0" y="0"/>
            <a:chExt cx="3652520" cy="2542540"/>
          </a:xfrm>
        </p:grpSpPr>
        <p:sp>
          <p:nvSpPr>
            <p:cNvPr id="11" name="Freeform 11"/>
            <p:cNvSpPr/>
            <p:nvPr/>
          </p:nvSpPr>
          <p:spPr>
            <a:xfrm>
              <a:off x="0" y="33020"/>
              <a:ext cx="3652520" cy="2509520"/>
            </a:xfrm>
            <a:custGeom>
              <a:avLst/>
              <a:gdLst/>
              <a:ahLst/>
              <a:cxnLst/>
              <a:rect l="l" t="t" r="r" b="b"/>
              <a:pathLst>
                <a:path w="3652520" h="2509520">
                  <a:moveTo>
                    <a:pt x="0" y="0"/>
                  </a:moveTo>
                  <a:lnTo>
                    <a:pt x="3652520" y="0"/>
                  </a:lnTo>
                  <a:lnTo>
                    <a:pt x="3652520" y="2509520"/>
                  </a:lnTo>
                  <a:lnTo>
                    <a:pt x="0" y="2509520"/>
                  </a:lnTo>
                  <a:close/>
                </a:path>
              </a:pathLst>
            </a:custGeom>
            <a:solidFill>
              <a:srgbClr val="BFBFBF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34290" y="72918"/>
              <a:ext cx="1786890" cy="2434429"/>
            </a:xfrm>
            <a:custGeom>
              <a:avLst/>
              <a:gdLst/>
              <a:ahLst/>
              <a:cxnLst/>
              <a:rect l="l" t="t" r="r" b="b"/>
              <a:pathLst>
                <a:path w="1786890" h="2434429">
                  <a:moveTo>
                    <a:pt x="1786890" y="2434062"/>
                  </a:moveTo>
                  <a:cubicBezTo>
                    <a:pt x="1153160" y="2435332"/>
                    <a:pt x="552450" y="2432792"/>
                    <a:pt x="0" y="2434062"/>
                  </a:cubicBezTo>
                  <a:lnTo>
                    <a:pt x="0" y="2012"/>
                  </a:lnTo>
                  <a:cubicBezTo>
                    <a:pt x="570230" y="-1798"/>
                    <a:pt x="1168400" y="742"/>
                    <a:pt x="1786890" y="2012"/>
                  </a:cubicBezTo>
                  <a:lnTo>
                    <a:pt x="1786890" y="2434062"/>
                  </a:lnTo>
                  <a:close/>
                </a:path>
              </a:pathLst>
            </a:custGeom>
            <a:solidFill>
              <a:srgbClr val="DBDBDB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34290" y="51108"/>
              <a:ext cx="1786890" cy="2455872"/>
            </a:xfrm>
            <a:custGeom>
              <a:avLst/>
              <a:gdLst/>
              <a:ahLst/>
              <a:cxnLst/>
              <a:rect l="l" t="t" r="r" b="b"/>
              <a:pathLst>
                <a:path w="1786890" h="2455872">
                  <a:moveTo>
                    <a:pt x="1786890" y="2455872"/>
                  </a:moveTo>
                  <a:cubicBezTo>
                    <a:pt x="1153160" y="2429202"/>
                    <a:pt x="552450" y="2425392"/>
                    <a:pt x="0" y="2455872"/>
                  </a:cubicBezTo>
                  <a:lnTo>
                    <a:pt x="0" y="23822"/>
                  </a:lnTo>
                  <a:cubicBezTo>
                    <a:pt x="570230" y="-9198"/>
                    <a:pt x="1168400" y="-6658"/>
                    <a:pt x="1786890" y="23822"/>
                  </a:cubicBezTo>
                  <a:lnTo>
                    <a:pt x="1786890" y="2455872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85090" y="-457"/>
              <a:ext cx="1737360" cy="2507436"/>
            </a:xfrm>
            <a:custGeom>
              <a:avLst/>
              <a:gdLst/>
              <a:ahLst/>
              <a:cxnLst/>
              <a:rect l="l" t="t" r="r" b="b"/>
              <a:pathLst>
                <a:path w="1737360" h="2507436">
                  <a:moveTo>
                    <a:pt x="1736090" y="2507437"/>
                  </a:moveTo>
                  <a:cubicBezTo>
                    <a:pt x="1102360" y="2480767"/>
                    <a:pt x="552450" y="2437587"/>
                    <a:pt x="0" y="2468067"/>
                  </a:cubicBezTo>
                  <a:lnTo>
                    <a:pt x="7620" y="11887"/>
                  </a:lnTo>
                  <a:cubicBezTo>
                    <a:pt x="577850" y="-21133"/>
                    <a:pt x="1113790" y="19507"/>
                    <a:pt x="1737360" y="74117"/>
                  </a:cubicBezTo>
                  <a:lnTo>
                    <a:pt x="1737360" y="2507437"/>
                  </a:lnTo>
                  <a:close/>
                </a:path>
              </a:pathLst>
            </a:custGeom>
            <a:blipFill>
              <a:blip r:embed="rId16"/>
              <a:stretch>
                <a:fillRect l="-40770" r="-40770"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1821180" y="72918"/>
              <a:ext cx="1786890" cy="2434429"/>
            </a:xfrm>
            <a:custGeom>
              <a:avLst/>
              <a:gdLst/>
              <a:ahLst/>
              <a:cxnLst/>
              <a:rect l="l" t="t" r="r" b="b"/>
              <a:pathLst>
                <a:path w="1786890" h="2434429">
                  <a:moveTo>
                    <a:pt x="0" y="2434062"/>
                  </a:moveTo>
                  <a:cubicBezTo>
                    <a:pt x="633730" y="2435332"/>
                    <a:pt x="1234440" y="2432792"/>
                    <a:pt x="1786890" y="2434062"/>
                  </a:cubicBezTo>
                  <a:lnTo>
                    <a:pt x="1786890" y="2012"/>
                  </a:lnTo>
                  <a:cubicBezTo>
                    <a:pt x="1216660" y="-1798"/>
                    <a:pt x="618490" y="742"/>
                    <a:pt x="0" y="2012"/>
                  </a:cubicBezTo>
                  <a:lnTo>
                    <a:pt x="0" y="2434062"/>
                  </a:lnTo>
                  <a:close/>
                </a:path>
              </a:pathLst>
            </a:custGeom>
            <a:solidFill>
              <a:srgbClr val="DBDBDB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1821180" y="51108"/>
              <a:ext cx="1786890" cy="2455872"/>
            </a:xfrm>
            <a:custGeom>
              <a:avLst/>
              <a:gdLst/>
              <a:ahLst/>
              <a:cxnLst/>
              <a:rect l="l" t="t" r="r" b="b"/>
              <a:pathLst>
                <a:path w="1786890" h="2455872">
                  <a:moveTo>
                    <a:pt x="0" y="2455872"/>
                  </a:moveTo>
                  <a:cubicBezTo>
                    <a:pt x="633730" y="2429202"/>
                    <a:pt x="1234440" y="2425392"/>
                    <a:pt x="1786890" y="2455872"/>
                  </a:cubicBezTo>
                  <a:lnTo>
                    <a:pt x="1786890" y="23822"/>
                  </a:lnTo>
                  <a:cubicBezTo>
                    <a:pt x="1216660" y="-9198"/>
                    <a:pt x="618490" y="-6658"/>
                    <a:pt x="0" y="23822"/>
                  </a:cubicBezTo>
                  <a:lnTo>
                    <a:pt x="0" y="2455872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1821180" y="-457"/>
              <a:ext cx="1736090" cy="2507436"/>
            </a:xfrm>
            <a:custGeom>
              <a:avLst/>
              <a:gdLst/>
              <a:ahLst/>
              <a:cxnLst/>
              <a:rect l="l" t="t" r="r" b="b"/>
              <a:pathLst>
                <a:path w="1736090" h="2507436">
                  <a:moveTo>
                    <a:pt x="0" y="2507437"/>
                  </a:moveTo>
                  <a:cubicBezTo>
                    <a:pt x="633730" y="2480767"/>
                    <a:pt x="1183640" y="2437587"/>
                    <a:pt x="1736090" y="2468067"/>
                  </a:cubicBezTo>
                  <a:lnTo>
                    <a:pt x="1729740" y="11887"/>
                  </a:lnTo>
                  <a:cubicBezTo>
                    <a:pt x="1159510" y="-21133"/>
                    <a:pt x="623570" y="19507"/>
                    <a:pt x="0" y="74117"/>
                  </a:cubicBezTo>
                  <a:lnTo>
                    <a:pt x="0" y="2507437"/>
                  </a:lnTo>
                  <a:close/>
                </a:path>
              </a:pathLst>
            </a:custGeom>
            <a:blipFill>
              <a:blip r:embed="rId16"/>
              <a:stretch>
                <a:fillRect l="-40836" r="-40836"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1807954" y="74930"/>
              <a:ext cx="28466" cy="2433003"/>
            </a:xfrm>
            <a:custGeom>
              <a:avLst/>
              <a:gdLst/>
              <a:ahLst/>
              <a:cxnLst/>
              <a:rect l="l" t="t" r="r" b="b"/>
              <a:pathLst>
                <a:path w="28466" h="2433003">
                  <a:moveTo>
                    <a:pt x="11956" y="2432050"/>
                  </a:moveTo>
                  <a:cubicBezTo>
                    <a:pt x="3066" y="2228850"/>
                    <a:pt x="526" y="2026920"/>
                    <a:pt x="3066" y="1823720"/>
                  </a:cubicBezTo>
                  <a:cubicBezTo>
                    <a:pt x="4336" y="1722120"/>
                    <a:pt x="8146" y="1620520"/>
                    <a:pt x="9416" y="1520190"/>
                  </a:cubicBezTo>
                  <a:cubicBezTo>
                    <a:pt x="10686" y="1418590"/>
                    <a:pt x="8146" y="1316990"/>
                    <a:pt x="6876" y="1216660"/>
                  </a:cubicBezTo>
                  <a:cubicBezTo>
                    <a:pt x="4336" y="1115060"/>
                    <a:pt x="3066" y="1013460"/>
                    <a:pt x="1796" y="913130"/>
                  </a:cubicBezTo>
                  <a:cubicBezTo>
                    <a:pt x="526" y="811530"/>
                    <a:pt x="-744" y="709930"/>
                    <a:pt x="526" y="609600"/>
                  </a:cubicBezTo>
                  <a:cubicBezTo>
                    <a:pt x="1796" y="406400"/>
                    <a:pt x="4336" y="204470"/>
                    <a:pt x="13226" y="1270"/>
                  </a:cubicBezTo>
                  <a:cubicBezTo>
                    <a:pt x="13226" y="0"/>
                    <a:pt x="13226" y="0"/>
                    <a:pt x="14496" y="0"/>
                  </a:cubicBezTo>
                  <a:cubicBezTo>
                    <a:pt x="15766" y="0"/>
                    <a:pt x="15766" y="0"/>
                    <a:pt x="15766" y="1270"/>
                  </a:cubicBezTo>
                  <a:cubicBezTo>
                    <a:pt x="23386" y="204470"/>
                    <a:pt x="27196" y="406400"/>
                    <a:pt x="28466" y="609600"/>
                  </a:cubicBezTo>
                  <a:cubicBezTo>
                    <a:pt x="28466" y="711200"/>
                    <a:pt x="27196" y="812800"/>
                    <a:pt x="27196" y="913130"/>
                  </a:cubicBezTo>
                  <a:cubicBezTo>
                    <a:pt x="25926" y="1014730"/>
                    <a:pt x="24656" y="1116330"/>
                    <a:pt x="22116" y="1216660"/>
                  </a:cubicBezTo>
                  <a:cubicBezTo>
                    <a:pt x="19576" y="1318260"/>
                    <a:pt x="18306" y="1419860"/>
                    <a:pt x="19576" y="1520190"/>
                  </a:cubicBezTo>
                  <a:cubicBezTo>
                    <a:pt x="20846" y="1621790"/>
                    <a:pt x="24656" y="1723390"/>
                    <a:pt x="25926" y="1823720"/>
                  </a:cubicBezTo>
                  <a:cubicBezTo>
                    <a:pt x="28466" y="2026920"/>
                    <a:pt x="24656" y="2228850"/>
                    <a:pt x="17036" y="2432050"/>
                  </a:cubicBezTo>
                  <a:cubicBezTo>
                    <a:pt x="14496" y="2433320"/>
                    <a:pt x="14496" y="2433320"/>
                    <a:pt x="11956" y="2432050"/>
                  </a:cubicBezTo>
                  <a:cubicBezTo>
                    <a:pt x="13227" y="2433320"/>
                    <a:pt x="11956" y="2433320"/>
                    <a:pt x="11956" y="2432050"/>
                  </a:cubicBezTo>
                  <a:close/>
                </a:path>
              </a:pathLst>
            </a:custGeom>
            <a:solidFill>
              <a:srgbClr val="DBDBDB"/>
            </a:solidFill>
          </p:spPr>
        </p:sp>
      </p:grpSp>
      <p:sp>
        <p:nvSpPr>
          <p:cNvPr id="19" name="Freeform 19"/>
          <p:cNvSpPr/>
          <p:nvPr/>
        </p:nvSpPr>
        <p:spPr>
          <a:xfrm>
            <a:off x="6166772" y="3785140"/>
            <a:ext cx="5954457" cy="2716721"/>
          </a:xfrm>
          <a:custGeom>
            <a:avLst/>
            <a:gdLst/>
            <a:ahLst/>
            <a:cxnLst/>
            <a:rect l="l" t="t" r="r" b="b"/>
            <a:pathLst>
              <a:path w="5954457" h="2716721">
                <a:moveTo>
                  <a:pt x="0" y="0"/>
                </a:moveTo>
                <a:lnTo>
                  <a:pt x="5954456" y="0"/>
                </a:lnTo>
                <a:lnTo>
                  <a:pt x="5954456" y="2716720"/>
                </a:lnTo>
                <a:lnTo>
                  <a:pt x="0" y="271672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9438539" y="3182429"/>
            <a:ext cx="2849334" cy="4491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85"/>
              </a:lnSpc>
              <a:spcBef>
                <a:spcPct val="0"/>
              </a:spcBef>
            </a:pPr>
            <a:r>
              <a:rPr lang="en-US" sz="7404">
                <a:solidFill>
                  <a:srgbClr val="1C3D86"/>
                </a:solidFill>
                <a:latin typeface="Baloo"/>
                <a:ea typeface="Baloo"/>
                <a:cs typeface="Baloo"/>
                <a:sym typeface="Baloo"/>
              </a:rPr>
              <a:t>Phân tích yêu cầu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122314" y="3297394"/>
            <a:ext cx="3152907" cy="3727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31"/>
              </a:lnSpc>
              <a:spcBef>
                <a:spcPct val="0"/>
              </a:spcBef>
            </a:pPr>
            <a:r>
              <a:rPr lang="en-US" sz="8193">
                <a:solidFill>
                  <a:srgbClr val="1C3D86"/>
                </a:solidFill>
                <a:latin typeface="Baloo"/>
                <a:ea typeface="Baloo"/>
                <a:cs typeface="Baloo"/>
                <a:sym typeface="Baloo"/>
              </a:rPr>
              <a:t>Giới thiệu đề tài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D99BAC1A-1CCC-D2A5-0AA4-50561B234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302271" y="8154143"/>
            <a:ext cx="1914057" cy="2222418"/>
          </a:xfrm>
          <a:custGeom>
            <a:avLst/>
            <a:gdLst/>
            <a:ahLst/>
            <a:cxnLst/>
            <a:rect l="l" t="t" r="r" b="b"/>
            <a:pathLst>
              <a:path w="1914057" h="2222418">
                <a:moveTo>
                  <a:pt x="0" y="0"/>
                </a:moveTo>
                <a:lnTo>
                  <a:pt x="1914058" y="0"/>
                </a:lnTo>
                <a:lnTo>
                  <a:pt x="1914058" y="2222418"/>
                </a:lnTo>
                <a:lnTo>
                  <a:pt x="0" y="22224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4677336">
            <a:off x="15906520" y="6933544"/>
            <a:ext cx="2705559" cy="3508018"/>
          </a:xfrm>
          <a:custGeom>
            <a:avLst/>
            <a:gdLst/>
            <a:ahLst/>
            <a:cxnLst/>
            <a:rect l="l" t="t" r="r" b="b"/>
            <a:pathLst>
              <a:path w="2705559" h="3508018">
                <a:moveTo>
                  <a:pt x="0" y="0"/>
                </a:moveTo>
                <a:lnTo>
                  <a:pt x="2705560" y="0"/>
                </a:lnTo>
                <a:lnTo>
                  <a:pt x="2705560" y="3508019"/>
                </a:lnTo>
                <a:lnTo>
                  <a:pt x="0" y="35080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003413" y="4522773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02965" y="1437284"/>
            <a:ext cx="10075289" cy="6716860"/>
          </a:xfrm>
          <a:custGeom>
            <a:avLst/>
            <a:gdLst/>
            <a:ahLst/>
            <a:cxnLst/>
            <a:rect l="l" t="t" r="r" b="b"/>
            <a:pathLst>
              <a:path w="10075289" h="6716860">
                <a:moveTo>
                  <a:pt x="0" y="0"/>
                </a:moveTo>
                <a:lnTo>
                  <a:pt x="10075290" y="0"/>
                </a:lnTo>
                <a:lnTo>
                  <a:pt x="10075290" y="6716859"/>
                </a:lnTo>
                <a:lnTo>
                  <a:pt x="0" y="671685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1773629" y="3022107"/>
            <a:ext cx="5405236" cy="4242786"/>
            <a:chOff x="0" y="0"/>
            <a:chExt cx="1423601" cy="111744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23601" cy="1117442"/>
            </a:xfrm>
            <a:custGeom>
              <a:avLst/>
              <a:gdLst/>
              <a:ahLst/>
              <a:cxnLst/>
              <a:rect l="l" t="t" r="r" b="b"/>
              <a:pathLst>
                <a:path w="1423601" h="1117442">
                  <a:moveTo>
                    <a:pt x="31511" y="0"/>
                  </a:moveTo>
                  <a:lnTo>
                    <a:pt x="1392091" y="0"/>
                  </a:lnTo>
                  <a:cubicBezTo>
                    <a:pt x="1409494" y="0"/>
                    <a:pt x="1423601" y="14108"/>
                    <a:pt x="1423601" y="31511"/>
                  </a:cubicBezTo>
                  <a:lnTo>
                    <a:pt x="1423601" y="1085931"/>
                  </a:lnTo>
                  <a:cubicBezTo>
                    <a:pt x="1423601" y="1094288"/>
                    <a:pt x="1420281" y="1102303"/>
                    <a:pt x="1414372" y="1108212"/>
                  </a:cubicBezTo>
                  <a:cubicBezTo>
                    <a:pt x="1408463" y="1114122"/>
                    <a:pt x="1400448" y="1117442"/>
                    <a:pt x="1392091" y="1117442"/>
                  </a:cubicBezTo>
                  <a:lnTo>
                    <a:pt x="31511" y="1117442"/>
                  </a:lnTo>
                  <a:cubicBezTo>
                    <a:pt x="14108" y="1117442"/>
                    <a:pt x="0" y="1103334"/>
                    <a:pt x="0" y="1085931"/>
                  </a:cubicBezTo>
                  <a:lnTo>
                    <a:pt x="0" y="31511"/>
                  </a:lnTo>
                  <a:cubicBezTo>
                    <a:pt x="0" y="14108"/>
                    <a:pt x="14108" y="0"/>
                    <a:pt x="31511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1C3D86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423601" cy="1155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-1409927">
            <a:off x="15584297" y="319105"/>
            <a:ext cx="2024838" cy="2039672"/>
          </a:xfrm>
          <a:custGeom>
            <a:avLst/>
            <a:gdLst/>
            <a:ahLst/>
            <a:cxnLst/>
            <a:rect l="l" t="t" r="r" b="b"/>
            <a:pathLst>
              <a:path w="2024838" h="2039672">
                <a:moveTo>
                  <a:pt x="0" y="0"/>
                </a:moveTo>
                <a:lnTo>
                  <a:pt x="2024838" y="0"/>
                </a:lnTo>
                <a:lnTo>
                  <a:pt x="2024838" y="2039672"/>
                </a:lnTo>
                <a:lnTo>
                  <a:pt x="0" y="203967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1042668">
            <a:off x="1074795" y="7012743"/>
            <a:ext cx="1965210" cy="1997672"/>
          </a:xfrm>
          <a:custGeom>
            <a:avLst/>
            <a:gdLst/>
            <a:ahLst/>
            <a:cxnLst/>
            <a:rect l="l" t="t" r="r" b="b"/>
            <a:pathLst>
              <a:path w="1965210" h="1997672">
                <a:moveTo>
                  <a:pt x="0" y="0"/>
                </a:moveTo>
                <a:lnTo>
                  <a:pt x="1965210" y="0"/>
                </a:lnTo>
                <a:lnTo>
                  <a:pt x="1965210" y="1997672"/>
                </a:lnTo>
                <a:lnTo>
                  <a:pt x="0" y="199767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037188" y="141613"/>
            <a:ext cx="10971342" cy="887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1C3D8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Website Chia Sẻ Tài Liệu Học Tập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-205885" y="7612555"/>
            <a:ext cx="19049796" cy="1251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7"/>
              </a:lnSpc>
            </a:pPr>
            <a:r>
              <a:rPr lang="en-US" sz="3605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Nền tảng tập trung, miễn phí, cho phép đăng tải, tìm kiếm</a:t>
            </a:r>
          </a:p>
          <a:p>
            <a:pPr algn="ctr">
              <a:lnSpc>
                <a:spcPts val="5047"/>
              </a:lnSpc>
            </a:pPr>
            <a:r>
              <a:rPr lang="en-US" sz="3605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 và tải tài liệu mọi lúc mọi nơi.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651555" y="1939183"/>
            <a:ext cx="10971342" cy="887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Mục tiêu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773629" y="2955432"/>
            <a:ext cx="5526042" cy="4380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endParaRPr/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Xây dựng kho tài liệu tập trung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Hỗ trợ học tập hiệu quả cho sinh viên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Tiết kiệm thời gian tìm kiếm tài liệu</a:t>
            </a:r>
          </a:p>
          <a:p>
            <a:pPr algn="ctr">
              <a:lnSpc>
                <a:spcPts val="4759"/>
              </a:lnSpc>
            </a:pPr>
            <a:endParaRPr lang="en-US" sz="300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" name="Freeform 16"/>
          <p:cNvSpPr/>
          <p:nvPr/>
        </p:nvSpPr>
        <p:spPr>
          <a:xfrm rot="-5400000">
            <a:off x="4446332" y="-5277842"/>
            <a:ext cx="10376561" cy="20753122"/>
          </a:xfrm>
          <a:custGeom>
            <a:avLst/>
            <a:gdLst/>
            <a:ahLst/>
            <a:cxnLst/>
            <a:rect l="l" t="t" r="r" b="b"/>
            <a:pathLst>
              <a:path w="10376561" h="20753122">
                <a:moveTo>
                  <a:pt x="0" y="0"/>
                </a:moveTo>
                <a:lnTo>
                  <a:pt x="10376561" y="0"/>
                </a:lnTo>
                <a:lnTo>
                  <a:pt x="10376561" y="20753123"/>
                </a:lnTo>
                <a:lnTo>
                  <a:pt x="0" y="2075312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5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7010" y="0"/>
            <a:ext cx="2251911" cy="3600439"/>
          </a:xfrm>
          <a:custGeom>
            <a:avLst/>
            <a:gdLst/>
            <a:ahLst/>
            <a:cxnLst/>
            <a:rect l="l" t="t" r="r" b="b"/>
            <a:pathLst>
              <a:path w="2251911" h="3600439">
                <a:moveTo>
                  <a:pt x="0" y="0"/>
                </a:moveTo>
                <a:lnTo>
                  <a:pt x="2251910" y="0"/>
                </a:lnTo>
                <a:lnTo>
                  <a:pt x="2251910" y="3600439"/>
                </a:lnTo>
                <a:lnTo>
                  <a:pt x="0" y="360043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16266327-8BBE-6D70-0040-BE94F5F69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955719" y="-5233061"/>
            <a:ext cx="10376561" cy="20753122"/>
          </a:xfrm>
          <a:custGeom>
            <a:avLst/>
            <a:gdLst/>
            <a:ahLst/>
            <a:cxnLst/>
            <a:rect l="l" t="t" r="r" b="b"/>
            <a:pathLst>
              <a:path w="10376561" h="20753122">
                <a:moveTo>
                  <a:pt x="0" y="0"/>
                </a:moveTo>
                <a:lnTo>
                  <a:pt x="10376562" y="0"/>
                </a:lnTo>
                <a:lnTo>
                  <a:pt x="10376562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312398" y="188038"/>
            <a:ext cx="3995373" cy="3225355"/>
          </a:xfrm>
          <a:custGeom>
            <a:avLst/>
            <a:gdLst/>
            <a:ahLst/>
            <a:cxnLst/>
            <a:rect l="l" t="t" r="r" b="b"/>
            <a:pathLst>
              <a:path w="3995373" h="3225355">
                <a:moveTo>
                  <a:pt x="0" y="0"/>
                </a:moveTo>
                <a:lnTo>
                  <a:pt x="3995373" y="0"/>
                </a:lnTo>
                <a:lnTo>
                  <a:pt x="3995373" y="3225355"/>
                </a:lnTo>
                <a:lnTo>
                  <a:pt x="0" y="32253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506993" y="2702072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4" y="0"/>
                </a:lnTo>
                <a:lnTo>
                  <a:pt x="1504614" y="248945"/>
                </a:lnTo>
                <a:lnTo>
                  <a:pt x="0" y="2489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237288" y="9258300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4" y="0"/>
                </a:lnTo>
                <a:lnTo>
                  <a:pt x="1504614" y="248945"/>
                </a:lnTo>
                <a:lnTo>
                  <a:pt x="0" y="2489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89457" y="5428083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05057" y="6325523"/>
            <a:ext cx="3643756" cy="3643756"/>
          </a:xfrm>
          <a:custGeom>
            <a:avLst/>
            <a:gdLst/>
            <a:ahLst/>
            <a:cxnLst/>
            <a:rect l="l" t="t" r="r" b="b"/>
            <a:pathLst>
              <a:path w="3643756" h="3643756">
                <a:moveTo>
                  <a:pt x="0" y="0"/>
                </a:moveTo>
                <a:lnTo>
                  <a:pt x="3643756" y="0"/>
                </a:lnTo>
                <a:lnTo>
                  <a:pt x="3643756" y="3643756"/>
                </a:lnTo>
                <a:lnTo>
                  <a:pt x="0" y="36437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825906" y="63565"/>
            <a:ext cx="2638507" cy="2638507"/>
          </a:xfrm>
          <a:custGeom>
            <a:avLst/>
            <a:gdLst/>
            <a:ahLst/>
            <a:cxnLst/>
            <a:rect l="l" t="t" r="r" b="b"/>
            <a:pathLst>
              <a:path w="2638507" h="2638507">
                <a:moveTo>
                  <a:pt x="0" y="0"/>
                </a:moveTo>
                <a:lnTo>
                  <a:pt x="2638507" y="0"/>
                </a:lnTo>
                <a:lnTo>
                  <a:pt x="2638507" y="2638507"/>
                </a:lnTo>
                <a:lnTo>
                  <a:pt x="0" y="263850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949936">
            <a:off x="14021569" y="6512210"/>
            <a:ext cx="3499461" cy="3143153"/>
          </a:xfrm>
          <a:custGeom>
            <a:avLst/>
            <a:gdLst/>
            <a:ahLst/>
            <a:cxnLst/>
            <a:rect l="l" t="t" r="r" b="b"/>
            <a:pathLst>
              <a:path w="3499461" h="3143153">
                <a:moveTo>
                  <a:pt x="0" y="0"/>
                </a:moveTo>
                <a:lnTo>
                  <a:pt x="3499461" y="0"/>
                </a:lnTo>
                <a:lnTo>
                  <a:pt x="3499461" y="3143152"/>
                </a:lnTo>
                <a:lnTo>
                  <a:pt x="0" y="314315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291910" y="3913608"/>
            <a:ext cx="11272757" cy="151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9"/>
              </a:lnSpc>
              <a:spcBef>
                <a:spcPct val="0"/>
              </a:spcBef>
            </a:pPr>
            <a:r>
              <a:rPr lang="en-US" sz="9999">
                <a:solidFill>
                  <a:srgbClr val="1C3D86"/>
                </a:solidFill>
                <a:latin typeface="Baloo"/>
                <a:ea typeface="Baloo"/>
                <a:cs typeface="Baloo"/>
                <a:sym typeface="Baloo"/>
              </a:rPr>
              <a:t>Kiến trúc hệ thống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553BFE5-4175-266B-5174-1F95EBD19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955719" y="-5233061"/>
            <a:ext cx="10376561" cy="20753122"/>
          </a:xfrm>
          <a:custGeom>
            <a:avLst/>
            <a:gdLst/>
            <a:ahLst/>
            <a:cxnLst/>
            <a:rect l="l" t="t" r="r" b="b"/>
            <a:pathLst>
              <a:path w="10376561" h="20753122">
                <a:moveTo>
                  <a:pt x="0" y="0"/>
                </a:moveTo>
                <a:lnTo>
                  <a:pt x="10376562" y="0"/>
                </a:lnTo>
                <a:lnTo>
                  <a:pt x="10376562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706514">
            <a:off x="-1217969" y="-411"/>
            <a:ext cx="3236001" cy="2735891"/>
          </a:xfrm>
          <a:custGeom>
            <a:avLst/>
            <a:gdLst/>
            <a:ahLst/>
            <a:cxnLst/>
            <a:rect l="l" t="t" r="r" b="b"/>
            <a:pathLst>
              <a:path w="3236001" h="2735891">
                <a:moveTo>
                  <a:pt x="0" y="0"/>
                </a:moveTo>
                <a:lnTo>
                  <a:pt x="3236001" y="0"/>
                </a:lnTo>
                <a:lnTo>
                  <a:pt x="3236001" y="2735891"/>
                </a:lnTo>
                <a:lnTo>
                  <a:pt x="0" y="27358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225374" y="794587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4" y="0"/>
                </a:lnTo>
                <a:lnTo>
                  <a:pt x="1504614" y="248946"/>
                </a:lnTo>
                <a:lnTo>
                  <a:pt x="0" y="2489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76393" y="3035126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199" y="0"/>
                </a:lnTo>
                <a:lnTo>
                  <a:pt x="631199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561658" y="0"/>
            <a:ext cx="8961980" cy="9408902"/>
          </a:xfrm>
          <a:custGeom>
            <a:avLst/>
            <a:gdLst/>
            <a:ahLst/>
            <a:cxnLst/>
            <a:rect l="l" t="t" r="r" b="b"/>
            <a:pathLst>
              <a:path w="8961980" h="9408902">
                <a:moveTo>
                  <a:pt x="0" y="0"/>
                </a:moveTo>
                <a:lnTo>
                  <a:pt x="8961979" y="0"/>
                </a:lnTo>
                <a:lnTo>
                  <a:pt x="8961979" y="9408902"/>
                </a:lnTo>
                <a:lnTo>
                  <a:pt x="0" y="940890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614391" y="234776"/>
            <a:ext cx="5163013" cy="2800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64"/>
              </a:lnSpc>
              <a:spcBef>
                <a:spcPct val="0"/>
              </a:spcBef>
            </a:pPr>
            <a:r>
              <a:rPr lang="en-US" sz="9220">
                <a:solidFill>
                  <a:srgbClr val="1C3D86"/>
                </a:solidFill>
                <a:latin typeface="Baloo"/>
                <a:ea typeface="Baloo"/>
                <a:cs typeface="Baloo"/>
                <a:sym typeface="Baloo"/>
              </a:rPr>
              <a:t>Kiến trúc hệ thống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00031" y="3403513"/>
            <a:ext cx="13039090" cy="480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Kiến trúc MVC 3 lớp: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Presentation: JSP / HTML + CSS + JS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Business Logic: Java Servlet (Controller) + Service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Data Access: JDBC + DAO + MySQL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App Server: Apache Tomcat 10.1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Build: Maven 3.x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Deployment: Docker + GitHub</a:t>
            </a:r>
          </a:p>
          <a:p>
            <a:pPr marL="1295400" lvl="2" indent="-431800" algn="just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Storage: Cloud File Storage (Supabase / Local)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28549" y="8551652"/>
            <a:ext cx="14796825" cy="1466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60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Luồng xử lý Request </a:t>
            </a:r>
          </a:p>
          <a:p>
            <a:pPr algn="just">
              <a:lnSpc>
                <a:spcPts val="60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Client → Tomcat → Servlet (Controller) → Service → DAO → MySQL → JSP → Client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2C56245-C228-D34A-6BD3-D76B5F324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955719" y="-5233061"/>
            <a:ext cx="10376561" cy="20753122"/>
          </a:xfrm>
          <a:custGeom>
            <a:avLst/>
            <a:gdLst/>
            <a:ahLst/>
            <a:cxnLst/>
            <a:rect l="l" t="t" r="r" b="b"/>
            <a:pathLst>
              <a:path w="10376561" h="20753122">
                <a:moveTo>
                  <a:pt x="0" y="0"/>
                </a:moveTo>
                <a:lnTo>
                  <a:pt x="10376562" y="0"/>
                </a:lnTo>
                <a:lnTo>
                  <a:pt x="10376562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312398" y="188038"/>
            <a:ext cx="3995373" cy="3225355"/>
          </a:xfrm>
          <a:custGeom>
            <a:avLst/>
            <a:gdLst/>
            <a:ahLst/>
            <a:cxnLst/>
            <a:rect l="l" t="t" r="r" b="b"/>
            <a:pathLst>
              <a:path w="3995373" h="3225355">
                <a:moveTo>
                  <a:pt x="0" y="0"/>
                </a:moveTo>
                <a:lnTo>
                  <a:pt x="3995373" y="0"/>
                </a:lnTo>
                <a:lnTo>
                  <a:pt x="3995373" y="3225355"/>
                </a:lnTo>
                <a:lnTo>
                  <a:pt x="0" y="32253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506993" y="2702072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4" y="0"/>
                </a:lnTo>
                <a:lnTo>
                  <a:pt x="1504614" y="248945"/>
                </a:lnTo>
                <a:lnTo>
                  <a:pt x="0" y="2489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237288" y="9258300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4" y="0"/>
                </a:lnTo>
                <a:lnTo>
                  <a:pt x="1504614" y="248945"/>
                </a:lnTo>
                <a:lnTo>
                  <a:pt x="0" y="2489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89457" y="5428083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05057" y="6325523"/>
            <a:ext cx="3643756" cy="3643756"/>
          </a:xfrm>
          <a:custGeom>
            <a:avLst/>
            <a:gdLst/>
            <a:ahLst/>
            <a:cxnLst/>
            <a:rect l="l" t="t" r="r" b="b"/>
            <a:pathLst>
              <a:path w="3643756" h="3643756">
                <a:moveTo>
                  <a:pt x="0" y="0"/>
                </a:moveTo>
                <a:lnTo>
                  <a:pt x="3643756" y="0"/>
                </a:lnTo>
                <a:lnTo>
                  <a:pt x="3643756" y="3643756"/>
                </a:lnTo>
                <a:lnTo>
                  <a:pt x="0" y="36437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825906" y="63565"/>
            <a:ext cx="2638507" cy="2638507"/>
          </a:xfrm>
          <a:custGeom>
            <a:avLst/>
            <a:gdLst/>
            <a:ahLst/>
            <a:cxnLst/>
            <a:rect l="l" t="t" r="r" b="b"/>
            <a:pathLst>
              <a:path w="2638507" h="2638507">
                <a:moveTo>
                  <a:pt x="0" y="0"/>
                </a:moveTo>
                <a:lnTo>
                  <a:pt x="2638507" y="0"/>
                </a:lnTo>
                <a:lnTo>
                  <a:pt x="2638507" y="2638507"/>
                </a:lnTo>
                <a:lnTo>
                  <a:pt x="0" y="263850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949936">
            <a:off x="14021569" y="6512210"/>
            <a:ext cx="3499461" cy="3143153"/>
          </a:xfrm>
          <a:custGeom>
            <a:avLst/>
            <a:gdLst/>
            <a:ahLst/>
            <a:cxnLst/>
            <a:rect l="l" t="t" r="r" b="b"/>
            <a:pathLst>
              <a:path w="3499461" h="3143153">
                <a:moveTo>
                  <a:pt x="0" y="0"/>
                </a:moveTo>
                <a:lnTo>
                  <a:pt x="3499461" y="0"/>
                </a:lnTo>
                <a:lnTo>
                  <a:pt x="3499461" y="3143152"/>
                </a:lnTo>
                <a:lnTo>
                  <a:pt x="0" y="314315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757019" y="3913608"/>
            <a:ext cx="11272757" cy="151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9"/>
              </a:lnSpc>
              <a:spcBef>
                <a:spcPct val="0"/>
              </a:spcBef>
            </a:pPr>
            <a:r>
              <a:rPr lang="en-US" sz="9999">
                <a:solidFill>
                  <a:srgbClr val="1C3D86"/>
                </a:solidFill>
                <a:latin typeface="Baloo"/>
                <a:ea typeface="Baloo"/>
                <a:cs typeface="Baloo"/>
                <a:sym typeface="Baloo"/>
              </a:rPr>
              <a:t>Chức năng chính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1BE3EE6-C0E4-FD6A-6495-1364A0CDC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458386" y="-5277842"/>
            <a:ext cx="10376561" cy="20753122"/>
          </a:xfrm>
          <a:custGeom>
            <a:avLst/>
            <a:gdLst/>
            <a:ahLst/>
            <a:cxnLst/>
            <a:rect l="l" t="t" r="r" b="b"/>
            <a:pathLst>
              <a:path w="10376561" h="20753122">
                <a:moveTo>
                  <a:pt x="0" y="0"/>
                </a:moveTo>
                <a:lnTo>
                  <a:pt x="10376561" y="0"/>
                </a:lnTo>
                <a:lnTo>
                  <a:pt x="10376561" y="20753123"/>
                </a:lnTo>
                <a:lnTo>
                  <a:pt x="0" y="207531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58495" y="4239830"/>
            <a:ext cx="3023504" cy="2103087"/>
            <a:chOff x="0" y="0"/>
            <a:chExt cx="957195" cy="66580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57196" cy="665805"/>
            </a:xfrm>
            <a:custGeom>
              <a:avLst/>
              <a:gdLst/>
              <a:ahLst/>
              <a:cxnLst/>
              <a:rect l="l" t="t" r="r" b="b"/>
              <a:pathLst>
                <a:path w="957196" h="665805">
                  <a:moveTo>
                    <a:pt x="56333" y="0"/>
                  </a:moveTo>
                  <a:lnTo>
                    <a:pt x="900863" y="0"/>
                  </a:lnTo>
                  <a:cubicBezTo>
                    <a:pt x="931975" y="0"/>
                    <a:pt x="957196" y="25221"/>
                    <a:pt x="957196" y="56333"/>
                  </a:cubicBezTo>
                  <a:lnTo>
                    <a:pt x="957196" y="609473"/>
                  </a:lnTo>
                  <a:cubicBezTo>
                    <a:pt x="957196" y="640584"/>
                    <a:pt x="931975" y="665805"/>
                    <a:pt x="900863" y="665805"/>
                  </a:cubicBezTo>
                  <a:lnTo>
                    <a:pt x="56333" y="665805"/>
                  </a:lnTo>
                  <a:cubicBezTo>
                    <a:pt x="25221" y="665805"/>
                    <a:pt x="0" y="640584"/>
                    <a:pt x="0" y="609473"/>
                  </a:cubicBezTo>
                  <a:lnTo>
                    <a:pt x="0" y="56333"/>
                  </a:lnTo>
                  <a:cubicBezTo>
                    <a:pt x="0" y="25221"/>
                    <a:pt x="25221" y="0"/>
                    <a:pt x="56333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1C3D86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957195" cy="7039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706514">
            <a:off x="-779800" y="-295395"/>
            <a:ext cx="3236001" cy="2735891"/>
          </a:xfrm>
          <a:custGeom>
            <a:avLst/>
            <a:gdLst/>
            <a:ahLst/>
            <a:cxnLst/>
            <a:rect l="l" t="t" r="r" b="b"/>
            <a:pathLst>
              <a:path w="3236001" h="2735891">
                <a:moveTo>
                  <a:pt x="0" y="0"/>
                </a:moveTo>
                <a:lnTo>
                  <a:pt x="3236000" y="0"/>
                </a:lnTo>
                <a:lnTo>
                  <a:pt x="3236000" y="2735891"/>
                </a:lnTo>
                <a:lnTo>
                  <a:pt x="0" y="27358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2312148">
            <a:off x="-12405" y="7514109"/>
            <a:ext cx="2763667" cy="2748592"/>
          </a:xfrm>
          <a:custGeom>
            <a:avLst/>
            <a:gdLst/>
            <a:ahLst/>
            <a:cxnLst/>
            <a:rect l="l" t="t" r="r" b="b"/>
            <a:pathLst>
              <a:path w="2763667" h="2748592">
                <a:moveTo>
                  <a:pt x="0" y="0"/>
                </a:moveTo>
                <a:lnTo>
                  <a:pt x="2763667" y="0"/>
                </a:lnTo>
                <a:lnTo>
                  <a:pt x="2763667" y="2748592"/>
                </a:lnTo>
                <a:lnTo>
                  <a:pt x="0" y="27485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247497" y="1720250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4" y="0"/>
                </a:lnTo>
                <a:lnTo>
                  <a:pt x="1504614" y="248946"/>
                </a:lnTo>
                <a:lnTo>
                  <a:pt x="0" y="2489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951296" y="9641500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5" y="0"/>
                </a:lnTo>
                <a:lnTo>
                  <a:pt x="1504615" y="248946"/>
                </a:lnTo>
                <a:lnTo>
                  <a:pt x="0" y="2489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510541" y="7364841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199" y="0"/>
                </a:lnTo>
                <a:lnTo>
                  <a:pt x="631199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4269174" y="4239830"/>
            <a:ext cx="3023504" cy="2103087"/>
            <a:chOff x="0" y="0"/>
            <a:chExt cx="957195" cy="66580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57196" cy="665805"/>
            </a:xfrm>
            <a:custGeom>
              <a:avLst/>
              <a:gdLst/>
              <a:ahLst/>
              <a:cxnLst/>
              <a:rect l="l" t="t" r="r" b="b"/>
              <a:pathLst>
                <a:path w="957196" h="665805">
                  <a:moveTo>
                    <a:pt x="56333" y="0"/>
                  </a:moveTo>
                  <a:lnTo>
                    <a:pt x="900863" y="0"/>
                  </a:lnTo>
                  <a:cubicBezTo>
                    <a:pt x="931975" y="0"/>
                    <a:pt x="957196" y="25221"/>
                    <a:pt x="957196" y="56333"/>
                  </a:cubicBezTo>
                  <a:lnTo>
                    <a:pt x="957196" y="609473"/>
                  </a:lnTo>
                  <a:cubicBezTo>
                    <a:pt x="957196" y="640584"/>
                    <a:pt x="931975" y="665805"/>
                    <a:pt x="900863" y="665805"/>
                  </a:cubicBezTo>
                  <a:lnTo>
                    <a:pt x="56333" y="665805"/>
                  </a:lnTo>
                  <a:cubicBezTo>
                    <a:pt x="25221" y="665805"/>
                    <a:pt x="0" y="640584"/>
                    <a:pt x="0" y="609473"/>
                  </a:cubicBezTo>
                  <a:lnTo>
                    <a:pt x="0" y="56333"/>
                  </a:lnTo>
                  <a:cubicBezTo>
                    <a:pt x="0" y="25221"/>
                    <a:pt x="25221" y="0"/>
                    <a:pt x="56333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1C3D86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957195" cy="7039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342704" y="7190642"/>
            <a:ext cx="3023504" cy="2103087"/>
            <a:chOff x="0" y="0"/>
            <a:chExt cx="957195" cy="66580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57196" cy="665805"/>
            </a:xfrm>
            <a:custGeom>
              <a:avLst/>
              <a:gdLst/>
              <a:ahLst/>
              <a:cxnLst/>
              <a:rect l="l" t="t" r="r" b="b"/>
              <a:pathLst>
                <a:path w="957196" h="665805">
                  <a:moveTo>
                    <a:pt x="56333" y="0"/>
                  </a:moveTo>
                  <a:lnTo>
                    <a:pt x="900863" y="0"/>
                  </a:lnTo>
                  <a:cubicBezTo>
                    <a:pt x="931975" y="0"/>
                    <a:pt x="957196" y="25221"/>
                    <a:pt x="957196" y="56333"/>
                  </a:cubicBezTo>
                  <a:lnTo>
                    <a:pt x="957196" y="609473"/>
                  </a:lnTo>
                  <a:cubicBezTo>
                    <a:pt x="957196" y="640584"/>
                    <a:pt x="931975" y="665805"/>
                    <a:pt x="900863" y="665805"/>
                  </a:cubicBezTo>
                  <a:lnTo>
                    <a:pt x="56333" y="665805"/>
                  </a:lnTo>
                  <a:cubicBezTo>
                    <a:pt x="25221" y="665805"/>
                    <a:pt x="0" y="640584"/>
                    <a:pt x="0" y="609473"/>
                  </a:cubicBezTo>
                  <a:lnTo>
                    <a:pt x="0" y="56333"/>
                  </a:lnTo>
                  <a:cubicBezTo>
                    <a:pt x="0" y="25221"/>
                    <a:pt x="25221" y="0"/>
                    <a:pt x="56333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1C3D86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957195" cy="7039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384708" y="4239830"/>
            <a:ext cx="3023504" cy="2103087"/>
            <a:chOff x="0" y="0"/>
            <a:chExt cx="957195" cy="66580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57196" cy="665805"/>
            </a:xfrm>
            <a:custGeom>
              <a:avLst/>
              <a:gdLst/>
              <a:ahLst/>
              <a:cxnLst/>
              <a:rect l="l" t="t" r="r" b="b"/>
              <a:pathLst>
                <a:path w="957196" h="665805">
                  <a:moveTo>
                    <a:pt x="56333" y="0"/>
                  </a:moveTo>
                  <a:lnTo>
                    <a:pt x="900863" y="0"/>
                  </a:lnTo>
                  <a:cubicBezTo>
                    <a:pt x="931975" y="0"/>
                    <a:pt x="957196" y="25221"/>
                    <a:pt x="957196" y="56333"/>
                  </a:cubicBezTo>
                  <a:lnTo>
                    <a:pt x="957196" y="609473"/>
                  </a:lnTo>
                  <a:cubicBezTo>
                    <a:pt x="957196" y="640584"/>
                    <a:pt x="931975" y="665805"/>
                    <a:pt x="900863" y="665805"/>
                  </a:cubicBezTo>
                  <a:lnTo>
                    <a:pt x="56333" y="665805"/>
                  </a:lnTo>
                  <a:cubicBezTo>
                    <a:pt x="25221" y="665805"/>
                    <a:pt x="0" y="640584"/>
                    <a:pt x="0" y="609473"/>
                  </a:cubicBezTo>
                  <a:lnTo>
                    <a:pt x="0" y="56333"/>
                  </a:lnTo>
                  <a:cubicBezTo>
                    <a:pt x="0" y="25221"/>
                    <a:pt x="25221" y="0"/>
                    <a:pt x="56333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1C3D86"/>
              </a:solidFill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957195" cy="7039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325716" y="4239830"/>
            <a:ext cx="3023504" cy="2103087"/>
            <a:chOff x="0" y="0"/>
            <a:chExt cx="957195" cy="66580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57196" cy="665805"/>
            </a:xfrm>
            <a:custGeom>
              <a:avLst/>
              <a:gdLst/>
              <a:ahLst/>
              <a:cxnLst/>
              <a:rect l="l" t="t" r="r" b="b"/>
              <a:pathLst>
                <a:path w="957196" h="665805">
                  <a:moveTo>
                    <a:pt x="56333" y="0"/>
                  </a:moveTo>
                  <a:lnTo>
                    <a:pt x="900863" y="0"/>
                  </a:lnTo>
                  <a:cubicBezTo>
                    <a:pt x="931975" y="0"/>
                    <a:pt x="957196" y="25221"/>
                    <a:pt x="957196" y="56333"/>
                  </a:cubicBezTo>
                  <a:lnTo>
                    <a:pt x="957196" y="609473"/>
                  </a:lnTo>
                  <a:cubicBezTo>
                    <a:pt x="957196" y="640584"/>
                    <a:pt x="931975" y="665805"/>
                    <a:pt x="900863" y="665805"/>
                  </a:cubicBezTo>
                  <a:lnTo>
                    <a:pt x="56333" y="665805"/>
                  </a:lnTo>
                  <a:cubicBezTo>
                    <a:pt x="25221" y="665805"/>
                    <a:pt x="0" y="640584"/>
                    <a:pt x="0" y="609473"/>
                  </a:cubicBezTo>
                  <a:lnTo>
                    <a:pt x="0" y="56333"/>
                  </a:lnTo>
                  <a:cubicBezTo>
                    <a:pt x="0" y="25221"/>
                    <a:pt x="25221" y="0"/>
                    <a:pt x="56333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1C3D86"/>
              </a:solidFill>
              <a:prstDash val="solid"/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957195" cy="7039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4325716" y="7009667"/>
            <a:ext cx="3023504" cy="2103087"/>
            <a:chOff x="0" y="0"/>
            <a:chExt cx="957195" cy="66580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57196" cy="665805"/>
            </a:xfrm>
            <a:custGeom>
              <a:avLst/>
              <a:gdLst/>
              <a:ahLst/>
              <a:cxnLst/>
              <a:rect l="l" t="t" r="r" b="b"/>
              <a:pathLst>
                <a:path w="957196" h="665805">
                  <a:moveTo>
                    <a:pt x="56333" y="0"/>
                  </a:moveTo>
                  <a:lnTo>
                    <a:pt x="900863" y="0"/>
                  </a:lnTo>
                  <a:cubicBezTo>
                    <a:pt x="931975" y="0"/>
                    <a:pt x="957196" y="25221"/>
                    <a:pt x="957196" y="56333"/>
                  </a:cubicBezTo>
                  <a:lnTo>
                    <a:pt x="957196" y="609473"/>
                  </a:lnTo>
                  <a:cubicBezTo>
                    <a:pt x="957196" y="640584"/>
                    <a:pt x="931975" y="665805"/>
                    <a:pt x="900863" y="665805"/>
                  </a:cubicBezTo>
                  <a:lnTo>
                    <a:pt x="56333" y="665805"/>
                  </a:lnTo>
                  <a:cubicBezTo>
                    <a:pt x="25221" y="665805"/>
                    <a:pt x="0" y="640584"/>
                    <a:pt x="0" y="609473"/>
                  </a:cubicBezTo>
                  <a:lnTo>
                    <a:pt x="0" y="56333"/>
                  </a:lnTo>
                  <a:cubicBezTo>
                    <a:pt x="0" y="25221"/>
                    <a:pt x="25221" y="0"/>
                    <a:pt x="56333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1C3D86"/>
              </a:solidFill>
              <a:prstDash val="solid"/>
              <a:round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957195" cy="7039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22926" y="2581414"/>
            <a:ext cx="6949327" cy="1051373"/>
            <a:chOff x="0" y="0"/>
            <a:chExt cx="2200051" cy="33284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200051" cy="332849"/>
            </a:xfrm>
            <a:custGeom>
              <a:avLst/>
              <a:gdLst/>
              <a:ahLst/>
              <a:cxnLst/>
              <a:rect l="l" t="t" r="r" b="b"/>
              <a:pathLst>
                <a:path w="2200051" h="332849">
                  <a:moveTo>
                    <a:pt x="24509" y="0"/>
                  </a:moveTo>
                  <a:lnTo>
                    <a:pt x="2175542" y="0"/>
                  </a:lnTo>
                  <a:cubicBezTo>
                    <a:pt x="2189078" y="0"/>
                    <a:pt x="2200051" y="10973"/>
                    <a:pt x="2200051" y="24509"/>
                  </a:cubicBezTo>
                  <a:lnTo>
                    <a:pt x="2200051" y="308340"/>
                  </a:lnTo>
                  <a:cubicBezTo>
                    <a:pt x="2200051" y="321876"/>
                    <a:pt x="2189078" y="332849"/>
                    <a:pt x="2175542" y="332849"/>
                  </a:cubicBezTo>
                  <a:lnTo>
                    <a:pt x="24509" y="332849"/>
                  </a:lnTo>
                  <a:cubicBezTo>
                    <a:pt x="10973" y="332849"/>
                    <a:pt x="0" y="321876"/>
                    <a:pt x="0" y="308340"/>
                  </a:cubicBezTo>
                  <a:lnTo>
                    <a:pt x="0" y="24509"/>
                  </a:lnTo>
                  <a:cubicBezTo>
                    <a:pt x="0" y="10973"/>
                    <a:pt x="10973" y="0"/>
                    <a:pt x="2450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972F0">
                    <a:alpha val="100000"/>
                  </a:srgbClr>
                </a:gs>
                <a:gs pos="100000">
                  <a:srgbClr val="1CDAFF">
                    <a:alpha val="100000"/>
                  </a:srgbClr>
                </a:gs>
              </a:gsLst>
              <a:lin ang="5400000"/>
            </a:gradFill>
            <a:ln w="66675" cap="rnd">
              <a:solidFill>
                <a:srgbClr val="1C3D86"/>
              </a:solidFill>
              <a:prstDash val="solid"/>
              <a:round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2200051" cy="3709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309973" y="2520300"/>
            <a:ext cx="6949327" cy="1051373"/>
            <a:chOff x="0" y="0"/>
            <a:chExt cx="2200051" cy="33284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200051" cy="332849"/>
            </a:xfrm>
            <a:custGeom>
              <a:avLst/>
              <a:gdLst/>
              <a:ahLst/>
              <a:cxnLst/>
              <a:rect l="l" t="t" r="r" b="b"/>
              <a:pathLst>
                <a:path w="2200051" h="332849">
                  <a:moveTo>
                    <a:pt x="24509" y="0"/>
                  </a:moveTo>
                  <a:lnTo>
                    <a:pt x="2175542" y="0"/>
                  </a:lnTo>
                  <a:cubicBezTo>
                    <a:pt x="2189078" y="0"/>
                    <a:pt x="2200051" y="10973"/>
                    <a:pt x="2200051" y="24509"/>
                  </a:cubicBezTo>
                  <a:lnTo>
                    <a:pt x="2200051" y="308340"/>
                  </a:lnTo>
                  <a:cubicBezTo>
                    <a:pt x="2200051" y="321876"/>
                    <a:pt x="2189078" y="332849"/>
                    <a:pt x="2175542" y="332849"/>
                  </a:cubicBezTo>
                  <a:lnTo>
                    <a:pt x="24509" y="332849"/>
                  </a:lnTo>
                  <a:cubicBezTo>
                    <a:pt x="10973" y="332849"/>
                    <a:pt x="0" y="321876"/>
                    <a:pt x="0" y="308340"/>
                  </a:cubicBezTo>
                  <a:lnTo>
                    <a:pt x="0" y="24509"/>
                  </a:lnTo>
                  <a:cubicBezTo>
                    <a:pt x="0" y="10973"/>
                    <a:pt x="10973" y="0"/>
                    <a:pt x="2450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972F0">
                    <a:alpha val="100000"/>
                  </a:srgbClr>
                </a:gs>
                <a:gs pos="100000">
                  <a:srgbClr val="1CDAFF">
                    <a:alpha val="100000"/>
                  </a:srgbClr>
                </a:gs>
              </a:gsLst>
              <a:lin ang="5400000"/>
            </a:gradFill>
            <a:ln w="66675" cap="rnd">
              <a:solidFill>
                <a:srgbClr val="1C3D86"/>
              </a:solidFill>
              <a:prstDash val="solid"/>
              <a:round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2200051" cy="3709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2" name="Freeform 32"/>
          <p:cNvSpPr/>
          <p:nvPr/>
        </p:nvSpPr>
        <p:spPr>
          <a:xfrm>
            <a:off x="10309973" y="7481231"/>
            <a:ext cx="2473974" cy="2473974"/>
          </a:xfrm>
          <a:custGeom>
            <a:avLst/>
            <a:gdLst/>
            <a:ahLst/>
            <a:cxnLst/>
            <a:rect l="l" t="t" r="r" b="b"/>
            <a:pathLst>
              <a:path w="2473974" h="2473974">
                <a:moveTo>
                  <a:pt x="0" y="0"/>
                </a:moveTo>
                <a:lnTo>
                  <a:pt x="2473975" y="0"/>
                </a:lnTo>
                <a:lnTo>
                  <a:pt x="2473975" y="2473974"/>
                </a:lnTo>
                <a:lnTo>
                  <a:pt x="0" y="247397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3306517" y="389138"/>
            <a:ext cx="14156384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  <a:spcBef>
                <a:spcPct val="0"/>
              </a:spcBef>
            </a:pPr>
            <a:r>
              <a:rPr lang="en-US" sz="6000">
                <a:solidFill>
                  <a:srgbClr val="1C3D86"/>
                </a:solidFill>
                <a:latin typeface="Baloo"/>
                <a:ea typeface="Baloo"/>
                <a:cs typeface="Baloo"/>
                <a:sym typeface="Baloo"/>
              </a:rPr>
              <a:t>Chức năng dành cho User (Guest &amp; User)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455911" y="4719874"/>
            <a:ext cx="2650032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Tìm kiếm tài liệu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529440" y="7718958"/>
            <a:ext cx="2650032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Xem danh sách tài liệu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45231" y="4719874"/>
            <a:ext cx="2650032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Đăng nhập / Đăng ký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543740" y="4925460"/>
            <a:ext cx="2650032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Up load tài liệu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4512452" y="4719874"/>
            <a:ext cx="2650032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Download tài liệu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8266724" y="2707902"/>
            <a:ext cx="2650032" cy="1750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3"/>
              </a:lnSpc>
            </a:pPr>
            <a:r>
              <a:rPr lang="en-US" sz="1652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Teamwork enhances innovation. Shared ideas and collective creativity lead to breakthroughs that redefine success in organizations.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4510541" y="7405031"/>
            <a:ext cx="2650032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Quản lý tài liệu cá nhân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175893" y="2533378"/>
            <a:ext cx="3605033" cy="861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99"/>
              </a:lnSpc>
              <a:spcBef>
                <a:spcPct val="0"/>
              </a:spcBef>
            </a:pPr>
            <a:r>
              <a:rPr lang="en-US" sz="379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Tài khoản khách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3193771" y="2472264"/>
            <a:ext cx="1512958" cy="861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99"/>
              </a:lnSpc>
              <a:spcBef>
                <a:spcPct val="0"/>
              </a:spcBef>
            </a:pPr>
            <a:r>
              <a:rPr lang="en-US" sz="379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User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5021E1A3-F101-E7B5-3A51-20CEFCCD6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22763180" y="4647168"/>
            <a:ext cx="10376561" cy="20753122"/>
          </a:xfrm>
          <a:custGeom>
            <a:avLst/>
            <a:gdLst/>
            <a:ahLst/>
            <a:cxnLst/>
            <a:rect l="l" t="t" r="r" b="b"/>
            <a:pathLst>
              <a:path w="10376561" h="20753122">
                <a:moveTo>
                  <a:pt x="0" y="0"/>
                </a:moveTo>
                <a:lnTo>
                  <a:pt x="10376561" y="0"/>
                </a:lnTo>
                <a:lnTo>
                  <a:pt x="10376561" y="20753123"/>
                </a:lnTo>
                <a:lnTo>
                  <a:pt x="0" y="207531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706514">
            <a:off x="-779800" y="-435351"/>
            <a:ext cx="3236001" cy="2735891"/>
          </a:xfrm>
          <a:custGeom>
            <a:avLst/>
            <a:gdLst/>
            <a:ahLst/>
            <a:cxnLst/>
            <a:rect l="l" t="t" r="r" b="b"/>
            <a:pathLst>
              <a:path w="3236001" h="2735891">
                <a:moveTo>
                  <a:pt x="0" y="0"/>
                </a:moveTo>
                <a:lnTo>
                  <a:pt x="3236000" y="0"/>
                </a:lnTo>
                <a:lnTo>
                  <a:pt x="3236000" y="2735891"/>
                </a:lnTo>
                <a:lnTo>
                  <a:pt x="0" y="27358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848444" y="9586504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4" y="0"/>
                </a:lnTo>
                <a:lnTo>
                  <a:pt x="1504614" y="248945"/>
                </a:lnTo>
                <a:lnTo>
                  <a:pt x="0" y="2489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2036118" y="2550857"/>
            <a:ext cx="3023504" cy="2103087"/>
            <a:chOff x="0" y="0"/>
            <a:chExt cx="957195" cy="66580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57196" cy="665805"/>
            </a:xfrm>
            <a:custGeom>
              <a:avLst/>
              <a:gdLst/>
              <a:ahLst/>
              <a:cxnLst/>
              <a:rect l="l" t="t" r="r" b="b"/>
              <a:pathLst>
                <a:path w="957196" h="665805">
                  <a:moveTo>
                    <a:pt x="56333" y="0"/>
                  </a:moveTo>
                  <a:lnTo>
                    <a:pt x="900863" y="0"/>
                  </a:lnTo>
                  <a:cubicBezTo>
                    <a:pt x="931975" y="0"/>
                    <a:pt x="957196" y="25221"/>
                    <a:pt x="957196" y="56333"/>
                  </a:cubicBezTo>
                  <a:lnTo>
                    <a:pt x="957196" y="609473"/>
                  </a:lnTo>
                  <a:cubicBezTo>
                    <a:pt x="957196" y="640584"/>
                    <a:pt x="931975" y="665805"/>
                    <a:pt x="900863" y="665805"/>
                  </a:cubicBezTo>
                  <a:lnTo>
                    <a:pt x="56333" y="665805"/>
                  </a:lnTo>
                  <a:cubicBezTo>
                    <a:pt x="25221" y="665805"/>
                    <a:pt x="0" y="640584"/>
                    <a:pt x="0" y="609473"/>
                  </a:cubicBezTo>
                  <a:lnTo>
                    <a:pt x="0" y="56333"/>
                  </a:lnTo>
                  <a:cubicBezTo>
                    <a:pt x="0" y="25221"/>
                    <a:pt x="25221" y="0"/>
                    <a:pt x="5633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972F0">
                    <a:alpha val="100000"/>
                  </a:srgbClr>
                </a:gs>
                <a:gs pos="100000">
                  <a:srgbClr val="1CDAFF">
                    <a:alpha val="100000"/>
                  </a:srgbClr>
                </a:gs>
              </a:gsLst>
              <a:lin ang="5400000"/>
            </a:gradFill>
            <a:ln w="66675" cap="rnd">
              <a:solidFill>
                <a:srgbClr val="1C3D86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957195" cy="7039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59710" y="2550857"/>
            <a:ext cx="3023504" cy="2103087"/>
            <a:chOff x="0" y="0"/>
            <a:chExt cx="957195" cy="66580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57196" cy="665805"/>
            </a:xfrm>
            <a:custGeom>
              <a:avLst/>
              <a:gdLst/>
              <a:ahLst/>
              <a:cxnLst/>
              <a:rect l="l" t="t" r="r" b="b"/>
              <a:pathLst>
                <a:path w="957196" h="665805">
                  <a:moveTo>
                    <a:pt x="56333" y="0"/>
                  </a:moveTo>
                  <a:lnTo>
                    <a:pt x="900863" y="0"/>
                  </a:lnTo>
                  <a:cubicBezTo>
                    <a:pt x="931975" y="0"/>
                    <a:pt x="957196" y="25221"/>
                    <a:pt x="957196" y="56333"/>
                  </a:cubicBezTo>
                  <a:lnTo>
                    <a:pt x="957196" y="609473"/>
                  </a:lnTo>
                  <a:cubicBezTo>
                    <a:pt x="957196" y="640584"/>
                    <a:pt x="931975" y="665805"/>
                    <a:pt x="900863" y="665805"/>
                  </a:cubicBezTo>
                  <a:lnTo>
                    <a:pt x="56333" y="665805"/>
                  </a:lnTo>
                  <a:cubicBezTo>
                    <a:pt x="25221" y="665805"/>
                    <a:pt x="0" y="640584"/>
                    <a:pt x="0" y="609473"/>
                  </a:cubicBezTo>
                  <a:lnTo>
                    <a:pt x="0" y="56333"/>
                  </a:lnTo>
                  <a:cubicBezTo>
                    <a:pt x="0" y="25221"/>
                    <a:pt x="25221" y="0"/>
                    <a:pt x="5633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972F0">
                    <a:alpha val="100000"/>
                  </a:srgbClr>
                </a:gs>
                <a:gs pos="100000">
                  <a:srgbClr val="1CDAFF">
                    <a:alpha val="100000"/>
                  </a:srgbClr>
                </a:gs>
              </a:gsLst>
              <a:lin ang="5400000"/>
            </a:gradFill>
            <a:ln w="66675" cap="rnd">
              <a:solidFill>
                <a:srgbClr val="1C3D86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957195" cy="7039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724507" y="2550857"/>
            <a:ext cx="3023504" cy="2103087"/>
            <a:chOff x="0" y="0"/>
            <a:chExt cx="957195" cy="66580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57196" cy="665805"/>
            </a:xfrm>
            <a:custGeom>
              <a:avLst/>
              <a:gdLst/>
              <a:ahLst/>
              <a:cxnLst/>
              <a:rect l="l" t="t" r="r" b="b"/>
              <a:pathLst>
                <a:path w="957196" h="665805">
                  <a:moveTo>
                    <a:pt x="56333" y="0"/>
                  </a:moveTo>
                  <a:lnTo>
                    <a:pt x="900863" y="0"/>
                  </a:lnTo>
                  <a:cubicBezTo>
                    <a:pt x="931975" y="0"/>
                    <a:pt x="957196" y="25221"/>
                    <a:pt x="957196" y="56333"/>
                  </a:cubicBezTo>
                  <a:lnTo>
                    <a:pt x="957196" y="609473"/>
                  </a:lnTo>
                  <a:cubicBezTo>
                    <a:pt x="957196" y="640584"/>
                    <a:pt x="931975" y="665805"/>
                    <a:pt x="900863" y="665805"/>
                  </a:cubicBezTo>
                  <a:lnTo>
                    <a:pt x="56333" y="665805"/>
                  </a:lnTo>
                  <a:cubicBezTo>
                    <a:pt x="25221" y="665805"/>
                    <a:pt x="0" y="640584"/>
                    <a:pt x="0" y="609473"/>
                  </a:cubicBezTo>
                  <a:lnTo>
                    <a:pt x="0" y="56333"/>
                  </a:lnTo>
                  <a:cubicBezTo>
                    <a:pt x="0" y="25221"/>
                    <a:pt x="25221" y="0"/>
                    <a:pt x="5633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972F0">
                    <a:alpha val="100000"/>
                  </a:srgbClr>
                </a:gs>
                <a:gs pos="100000">
                  <a:srgbClr val="1CDAFF">
                    <a:alpha val="100000"/>
                  </a:srgbClr>
                </a:gs>
              </a:gsLst>
              <a:lin ang="5400000"/>
            </a:gradFill>
            <a:ln w="66675" cap="rnd">
              <a:solidFill>
                <a:srgbClr val="1C3D86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957195" cy="7039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61950" y="5673119"/>
            <a:ext cx="2434401" cy="1669418"/>
            <a:chOff x="0" y="0"/>
            <a:chExt cx="957199" cy="656717"/>
          </a:xfrm>
        </p:grpSpPr>
        <p:sp>
          <p:nvSpPr>
            <p:cNvPr id="15" name="Freeform 15"/>
            <p:cNvSpPr/>
            <p:nvPr/>
          </p:nvSpPr>
          <p:spPr>
            <a:xfrm>
              <a:off x="7180" y="0"/>
              <a:ext cx="942838" cy="655676"/>
            </a:xfrm>
            <a:custGeom>
              <a:avLst/>
              <a:gdLst/>
              <a:ahLst/>
              <a:cxnLst/>
              <a:rect l="l" t="t" r="r" b="b"/>
              <a:pathLst>
                <a:path w="942838" h="655676">
                  <a:moveTo>
                    <a:pt x="632947" y="19774"/>
                  </a:moveTo>
                  <a:lnTo>
                    <a:pt x="639465" y="21432"/>
                  </a:lnTo>
                  <a:cubicBezTo>
                    <a:pt x="686738" y="33451"/>
                    <a:pt x="732112" y="51983"/>
                    <a:pt x="774283" y="76496"/>
                  </a:cubicBezTo>
                  <a:lnTo>
                    <a:pt x="781144" y="80483"/>
                  </a:lnTo>
                  <a:cubicBezTo>
                    <a:pt x="818652" y="102285"/>
                    <a:pt x="852023" y="130529"/>
                    <a:pt x="879725" y="163919"/>
                  </a:cubicBezTo>
                  <a:lnTo>
                    <a:pt x="884266" y="169393"/>
                  </a:lnTo>
                  <a:cubicBezTo>
                    <a:pt x="908843" y="199017"/>
                    <a:pt x="926458" y="233779"/>
                    <a:pt x="935811" y="271117"/>
                  </a:cubicBezTo>
                  <a:lnTo>
                    <a:pt x="935811" y="271117"/>
                  </a:lnTo>
                  <a:cubicBezTo>
                    <a:pt x="945140" y="308361"/>
                    <a:pt x="945182" y="347326"/>
                    <a:pt x="935932" y="384590"/>
                  </a:cubicBezTo>
                  <a:lnTo>
                    <a:pt x="935811" y="385080"/>
                  </a:lnTo>
                  <a:cubicBezTo>
                    <a:pt x="926462" y="422744"/>
                    <a:pt x="908644" y="457780"/>
                    <a:pt x="883713" y="487520"/>
                  </a:cubicBezTo>
                  <a:lnTo>
                    <a:pt x="879725" y="492278"/>
                  </a:lnTo>
                  <a:cubicBezTo>
                    <a:pt x="852017" y="525330"/>
                    <a:pt x="818778" y="553318"/>
                    <a:pt x="781489" y="574992"/>
                  </a:cubicBezTo>
                  <a:lnTo>
                    <a:pt x="774283" y="579181"/>
                  </a:lnTo>
                  <a:cubicBezTo>
                    <a:pt x="732112" y="603693"/>
                    <a:pt x="686738" y="622225"/>
                    <a:pt x="639465" y="634245"/>
                  </a:cubicBezTo>
                  <a:lnTo>
                    <a:pt x="632947" y="635902"/>
                  </a:lnTo>
                  <a:cubicBezTo>
                    <a:pt x="581300" y="649034"/>
                    <a:pt x="528218" y="655676"/>
                    <a:pt x="474927" y="655676"/>
                  </a:cubicBezTo>
                  <a:lnTo>
                    <a:pt x="467912" y="655676"/>
                  </a:lnTo>
                  <a:cubicBezTo>
                    <a:pt x="414621" y="655676"/>
                    <a:pt x="361539" y="649034"/>
                    <a:pt x="309892" y="635902"/>
                  </a:cubicBezTo>
                  <a:lnTo>
                    <a:pt x="303374" y="634245"/>
                  </a:lnTo>
                  <a:cubicBezTo>
                    <a:pt x="256101" y="622225"/>
                    <a:pt x="210727" y="603693"/>
                    <a:pt x="168556" y="579181"/>
                  </a:cubicBezTo>
                  <a:lnTo>
                    <a:pt x="161350" y="574992"/>
                  </a:lnTo>
                  <a:cubicBezTo>
                    <a:pt x="124061" y="553318"/>
                    <a:pt x="90822" y="525330"/>
                    <a:pt x="63114" y="492278"/>
                  </a:cubicBezTo>
                  <a:lnTo>
                    <a:pt x="59126" y="487520"/>
                  </a:lnTo>
                  <a:cubicBezTo>
                    <a:pt x="34195" y="457780"/>
                    <a:pt x="16377" y="422744"/>
                    <a:pt x="7028" y="385080"/>
                  </a:cubicBezTo>
                  <a:lnTo>
                    <a:pt x="6907" y="384590"/>
                  </a:lnTo>
                  <a:cubicBezTo>
                    <a:pt x="-2343" y="347326"/>
                    <a:pt x="-2301" y="308361"/>
                    <a:pt x="7028" y="271117"/>
                  </a:cubicBezTo>
                  <a:lnTo>
                    <a:pt x="7028" y="271117"/>
                  </a:lnTo>
                  <a:cubicBezTo>
                    <a:pt x="16381" y="233779"/>
                    <a:pt x="33996" y="199017"/>
                    <a:pt x="58573" y="169393"/>
                  </a:cubicBezTo>
                  <a:lnTo>
                    <a:pt x="63114" y="163919"/>
                  </a:lnTo>
                  <a:cubicBezTo>
                    <a:pt x="90816" y="130529"/>
                    <a:pt x="124187" y="102285"/>
                    <a:pt x="161695" y="80483"/>
                  </a:cubicBezTo>
                  <a:lnTo>
                    <a:pt x="168556" y="76496"/>
                  </a:lnTo>
                  <a:cubicBezTo>
                    <a:pt x="210727" y="51983"/>
                    <a:pt x="256101" y="33451"/>
                    <a:pt x="303374" y="21432"/>
                  </a:cubicBezTo>
                  <a:lnTo>
                    <a:pt x="309892" y="19774"/>
                  </a:lnTo>
                  <a:cubicBezTo>
                    <a:pt x="361539" y="6643"/>
                    <a:pt x="414621" y="0"/>
                    <a:pt x="467912" y="0"/>
                  </a:cubicBezTo>
                  <a:lnTo>
                    <a:pt x="474927" y="0"/>
                  </a:lnTo>
                  <a:cubicBezTo>
                    <a:pt x="528218" y="0"/>
                    <a:pt x="581300" y="6643"/>
                    <a:pt x="632947" y="19774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1C3D86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43841" y="56935"/>
              <a:ext cx="669517" cy="503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332676" y="7082819"/>
            <a:ext cx="2434401" cy="1669418"/>
            <a:chOff x="0" y="0"/>
            <a:chExt cx="957199" cy="656717"/>
          </a:xfrm>
        </p:grpSpPr>
        <p:sp>
          <p:nvSpPr>
            <p:cNvPr id="18" name="Freeform 18"/>
            <p:cNvSpPr/>
            <p:nvPr/>
          </p:nvSpPr>
          <p:spPr>
            <a:xfrm>
              <a:off x="7180" y="0"/>
              <a:ext cx="942838" cy="655676"/>
            </a:xfrm>
            <a:custGeom>
              <a:avLst/>
              <a:gdLst/>
              <a:ahLst/>
              <a:cxnLst/>
              <a:rect l="l" t="t" r="r" b="b"/>
              <a:pathLst>
                <a:path w="942838" h="655676">
                  <a:moveTo>
                    <a:pt x="632947" y="19774"/>
                  </a:moveTo>
                  <a:lnTo>
                    <a:pt x="639465" y="21432"/>
                  </a:lnTo>
                  <a:cubicBezTo>
                    <a:pt x="686738" y="33451"/>
                    <a:pt x="732112" y="51983"/>
                    <a:pt x="774283" y="76496"/>
                  </a:cubicBezTo>
                  <a:lnTo>
                    <a:pt x="781144" y="80483"/>
                  </a:lnTo>
                  <a:cubicBezTo>
                    <a:pt x="818652" y="102285"/>
                    <a:pt x="852023" y="130529"/>
                    <a:pt x="879725" y="163919"/>
                  </a:cubicBezTo>
                  <a:lnTo>
                    <a:pt x="884266" y="169393"/>
                  </a:lnTo>
                  <a:cubicBezTo>
                    <a:pt x="908843" y="199017"/>
                    <a:pt x="926458" y="233779"/>
                    <a:pt x="935811" y="271117"/>
                  </a:cubicBezTo>
                  <a:lnTo>
                    <a:pt x="935811" y="271117"/>
                  </a:lnTo>
                  <a:cubicBezTo>
                    <a:pt x="945140" y="308361"/>
                    <a:pt x="945182" y="347326"/>
                    <a:pt x="935932" y="384590"/>
                  </a:cubicBezTo>
                  <a:lnTo>
                    <a:pt x="935811" y="385080"/>
                  </a:lnTo>
                  <a:cubicBezTo>
                    <a:pt x="926462" y="422744"/>
                    <a:pt x="908644" y="457780"/>
                    <a:pt x="883713" y="487520"/>
                  </a:cubicBezTo>
                  <a:lnTo>
                    <a:pt x="879725" y="492278"/>
                  </a:lnTo>
                  <a:cubicBezTo>
                    <a:pt x="852017" y="525330"/>
                    <a:pt x="818778" y="553318"/>
                    <a:pt x="781489" y="574992"/>
                  </a:cubicBezTo>
                  <a:lnTo>
                    <a:pt x="774283" y="579181"/>
                  </a:lnTo>
                  <a:cubicBezTo>
                    <a:pt x="732112" y="603693"/>
                    <a:pt x="686738" y="622225"/>
                    <a:pt x="639465" y="634245"/>
                  </a:cubicBezTo>
                  <a:lnTo>
                    <a:pt x="632947" y="635902"/>
                  </a:lnTo>
                  <a:cubicBezTo>
                    <a:pt x="581300" y="649034"/>
                    <a:pt x="528218" y="655676"/>
                    <a:pt x="474927" y="655676"/>
                  </a:cubicBezTo>
                  <a:lnTo>
                    <a:pt x="467912" y="655676"/>
                  </a:lnTo>
                  <a:cubicBezTo>
                    <a:pt x="414621" y="655676"/>
                    <a:pt x="361539" y="649034"/>
                    <a:pt x="309892" y="635902"/>
                  </a:cubicBezTo>
                  <a:lnTo>
                    <a:pt x="303374" y="634245"/>
                  </a:lnTo>
                  <a:cubicBezTo>
                    <a:pt x="256101" y="622225"/>
                    <a:pt x="210727" y="603693"/>
                    <a:pt x="168556" y="579181"/>
                  </a:cubicBezTo>
                  <a:lnTo>
                    <a:pt x="161350" y="574992"/>
                  </a:lnTo>
                  <a:cubicBezTo>
                    <a:pt x="124061" y="553318"/>
                    <a:pt x="90822" y="525330"/>
                    <a:pt x="63114" y="492278"/>
                  </a:cubicBezTo>
                  <a:lnTo>
                    <a:pt x="59126" y="487520"/>
                  </a:lnTo>
                  <a:cubicBezTo>
                    <a:pt x="34195" y="457780"/>
                    <a:pt x="16377" y="422744"/>
                    <a:pt x="7028" y="385080"/>
                  </a:cubicBezTo>
                  <a:lnTo>
                    <a:pt x="6907" y="384590"/>
                  </a:lnTo>
                  <a:cubicBezTo>
                    <a:pt x="-2343" y="347326"/>
                    <a:pt x="-2301" y="308361"/>
                    <a:pt x="7028" y="271117"/>
                  </a:cubicBezTo>
                  <a:lnTo>
                    <a:pt x="7028" y="271117"/>
                  </a:lnTo>
                  <a:cubicBezTo>
                    <a:pt x="16381" y="233779"/>
                    <a:pt x="33996" y="199017"/>
                    <a:pt x="58573" y="169393"/>
                  </a:cubicBezTo>
                  <a:lnTo>
                    <a:pt x="63114" y="163919"/>
                  </a:lnTo>
                  <a:cubicBezTo>
                    <a:pt x="90816" y="130529"/>
                    <a:pt x="124187" y="102285"/>
                    <a:pt x="161695" y="80483"/>
                  </a:cubicBezTo>
                  <a:lnTo>
                    <a:pt x="168556" y="76496"/>
                  </a:lnTo>
                  <a:cubicBezTo>
                    <a:pt x="210727" y="51983"/>
                    <a:pt x="256101" y="33451"/>
                    <a:pt x="303374" y="21432"/>
                  </a:cubicBezTo>
                  <a:lnTo>
                    <a:pt x="309892" y="19774"/>
                  </a:lnTo>
                  <a:cubicBezTo>
                    <a:pt x="361539" y="6643"/>
                    <a:pt x="414621" y="0"/>
                    <a:pt x="467912" y="0"/>
                  </a:cubicBezTo>
                  <a:lnTo>
                    <a:pt x="474927" y="0"/>
                  </a:lnTo>
                  <a:cubicBezTo>
                    <a:pt x="528218" y="0"/>
                    <a:pt x="581300" y="6643"/>
                    <a:pt x="632947" y="19774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1C3D86"/>
              </a:solidFill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43841" y="56935"/>
              <a:ext cx="669517" cy="503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287833" y="5673119"/>
            <a:ext cx="2434401" cy="1669418"/>
            <a:chOff x="0" y="0"/>
            <a:chExt cx="957199" cy="656717"/>
          </a:xfrm>
        </p:grpSpPr>
        <p:sp>
          <p:nvSpPr>
            <p:cNvPr id="21" name="Freeform 21"/>
            <p:cNvSpPr/>
            <p:nvPr/>
          </p:nvSpPr>
          <p:spPr>
            <a:xfrm>
              <a:off x="7180" y="0"/>
              <a:ext cx="942838" cy="655676"/>
            </a:xfrm>
            <a:custGeom>
              <a:avLst/>
              <a:gdLst/>
              <a:ahLst/>
              <a:cxnLst/>
              <a:rect l="l" t="t" r="r" b="b"/>
              <a:pathLst>
                <a:path w="942838" h="655676">
                  <a:moveTo>
                    <a:pt x="632947" y="19774"/>
                  </a:moveTo>
                  <a:lnTo>
                    <a:pt x="639465" y="21432"/>
                  </a:lnTo>
                  <a:cubicBezTo>
                    <a:pt x="686738" y="33451"/>
                    <a:pt x="732112" y="51983"/>
                    <a:pt x="774283" y="76496"/>
                  </a:cubicBezTo>
                  <a:lnTo>
                    <a:pt x="781144" y="80483"/>
                  </a:lnTo>
                  <a:cubicBezTo>
                    <a:pt x="818652" y="102285"/>
                    <a:pt x="852023" y="130529"/>
                    <a:pt x="879725" y="163919"/>
                  </a:cubicBezTo>
                  <a:lnTo>
                    <a:pt x="884266" y="169393"/>
                  </a:lnTo>
                  <a:cubicBezTo>
                    <a:pt x="908843" y="199017"/>
                    <a:pt x="926458" y="233779"/>
                    <a:pt x="935811" y="271117"/>
                  </a:cubicBezTo>
                  <a:lnTo>
                    <a:pt x="935811" y="271117"/>
                  </a:lnTo>
                  <a:cubicBezTo>
                    <a:pt x="945140" y="308361"/>
                    <a:pt x="945182" y="347326"/>
                    <a:pt x="935932" y="384590"/>
                  </a:cubicBezTo>
                  <a:lnTo>
                    <a:pt x="935811" y="385080"/>
                  </a:lnTo>
                  <a:cubicBezTo>
                    <a:pt x="926462" y="422744"/>
                    <a:pt x="908644" y="457780"/>
                    <a:pt x="883713" y="487520"/>
                  </a:cubicBezTo>
                  <a:lnTo>
                    <a:pt x="879725" y="492278"/>
                  </a:lnTo>
                  <a:cubicBezTo>
                    <a:pt x="852017" y="525330"/>
                    <a:pt x="818778" y="553318"/>
                    <a:pt x="781489" y="574992"/>
                  </a:cubicBezTo>
                  <a:lnTo>
                    <a:pt x="774283" y="579181"/>
                  </a:lnTo>
                  <a:cubicBezTo>
                    <a:pt x="732112" y="603693"/>
                    <a:pt x="686738" y="622225"/>
                    <a:pt x="639465" y="634245"/>
                  </a:cubicBezTo>
                  <a:lnTo>
                    <a:pt x="632947" y="635902"/>
                  </a:lnTo>
                  <a:cubicBezTo>
                    <a:pt x="581300" y="649034"/>
                    <a:pt x="528218" y="655676"/>
                    <a:pt x="474927" y="655676"/>
                  </a:cubicBezTo>
                  <a:lnTo>
                    <a:pt x="467912" y="655676"/>
                  </a:lnTo>
                  <a:cubicBezTo>
                    <a:pt x="414621" y="655676"/>
                    <a:pt x="361539" y="649034"/>
                    <a:pt x="309892" y="635902"/>
                  </a:cubicBezTo>
                  <a:lnTo>
                    <a:pt x="303374" y="634245"/>
                  </a:lnTo>
                  <a:cubicBezTo>
                    <a:pt x="256101" y="622225"/>
                    <a:pt x="210727" y="603693"/>
                    <a:pt x="168556" y="579181"/>
                  </a:cubicBezTo>
                  <a:lnTo>
                    <a:pt x="161350" y="574992"/>
                  </a:lnTo>
                  <a:cubicBezTo>
                    <a:pt x="124061" y="553318"/>
                    <a:pt x="90822" y="525330"/>
                    <a:pt x="63114" y="492278"/>
                  </a:cubicBezTo>
                  <a:lnTo>
                    <a:pt x="59126" y="487520"/>
                  </a:lnTo>
                  <a:cubicBezTo>
                    <a:pt x="34195" y="457780"/>
                    <a:pt x="16377" y="422744"/>
                    <a:pt x="7028" y="385080"/>
                  </a:cubicBezTo>
                  <a:lnTo>
                    <a:pt x="6907" y="384590"/>
                  </a:lnTo>
                  <a:cubicBezTo>
                    <a:pt x="-2343" y="347326"/>
                    <a:pt x="-2301" y="308361"/>
                    <a:pt x="7028" y="271117"/>
                  </a:cubicBezTo>
                  <a:lnTo>
                    <a:pt x="7028" y="271117"/>
                  </a:lnTo>
                  <a:cubicBezTo>
                    <a:pt x="16381" y="233779"/>
                    <a:pt x="33996" y="199017"/>
                    <a:pt x="58573" y="169393"/>
                  </a:cubicBezTo>
                  <a:lnTo>
                    <a:pt x="63114" y="163919"/>
                  </a:lnTo>
                  <a:cubicBezTo>
                    <a:pt x="90816" y="130529"/>
                    <a:pt x="124187" y="102285"/>
                    <a:pt x="161695" y="80483"/>
                  </a:cubicBezTo>
                  <a:lnTo>
                    <a:pt x="168556" y="76496"/>
                  </a:lnTo>
                  <a:cubicBezTo>
                    <a:pt x="210727" y="51983"/>
                    <a:pt x="256101" y="33451"/>
                    <a:pt x="303374" y="21432"/>
                  </a:cubicBezTo>
                  <a:lnTo>
                    <a:pt x="309892" y="19774"/>
                  </a:lnTo>
                  <a:cubicBezTo>
                    <a:pt x="361539" y="6643"/>
                    <a:pt x="414621" y="0"/>
                    <a:pt x="467912" y="0"/>
                  </a:cubicBezTo>
                  <a:lnTo>
                    <a:pt x="474927" y="0"/>
                  </a:lnTo>
                  <a:cubicBezTo>
                    <a:pt x="528218" y="0"/>
                    <a:pt x="581300" y="6643"/>
                    <a:pt x="632947" y="19774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1C3D86"/>
              </a:solidFill>
              <a:prstDash val="solid"/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43841" y="56935"/>
              <a:ext cx="669517" cy="503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 rot="-8015345">
            <a:off x="2001237" y="4440822"/>
            <a:ext cx="427320" cy="1406816"/>
          </a:xfrm>
          <a:custGeom>
            <a:avLst/>
            <a:gdLst/>
            <a:ahLst/>
            <a:cxnLst/>
            <a:rect l="l" t="t" r="r" b="b"/>
            <a:pathLst>
              <a:path w="427320" h="1406816">
                <a:moveTo>
                  <a:pt x="0" y="0"/>
                </a:moveTo>
                <a:lnTo>
                  <a:pt x="427321" y="0"/>
                </a:lnTo>
                <a:lnTo>
                  <a:pt x="427321" y="1406816"/>
                </a:lnTo>
                <a:lnTo>
                  <a:pt x="0" y="14068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744552" y="6079761"/>
            <a:ext cx="1669197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1C3D86"/>
                </a:solidFill>
                <a:latin typeface="Roboto"/>
                <a:ea typeface="Roboto"/>
                <a:cs typeface="Roboto"/>
                <a:sym typeface="Roboto"/>
              </a:rPr>
              <a:t>Duyệt tài liệu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713271" y="7668521"/>
            <a:ext cx="1669197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1C3D86"/>
                </a:solidFill>
                <a:latin typeface="Roboto"/>
                <a:ea typeface="Roboto"/>
                <a:cs typeface="Roboto"/>
                <a:sym typeface="Roboto"/>
              </a:rPr>
              <a:t>Ẩn tài liệu</a:t>
            </a:r>
          </a:p>
        </p:txBody>
      </p:sp>
      <p:sp>
        <p:nvSpPr>
          <p:cNvPr id="26" name="Freeform 26"/>
          <p:cNvSpPr/>
          <p:nvPr/>
        </p:nvSpPr>
        <p:spPr>
          <a:xfrm rot="-10734625">
            <a:off x="3008319" y="4746595"/>
            <a:ext cx="681485" cy="2243573"/>
          </a:xfrm>
          <a:custGeom>
            <a:avLst/>
            <a:gdLst/>
            <a:ahLst/>
            <a:cxnLst/>
            <a:rect l="l" t="t" r="r" b="b"/>
            <a:pathLst>
              <a:path w="681485" h="2243573">
                <a:moveTo>
                  <a:pt x="0" y="0"/>
                </a:moveTo>
                <a:lnTo>
                  <a:pt x="681485" y="0"/>
                </a:lnTo>
                <a:lnTo>
                  <a:pt x="681485" y="2243573"/>
                </a:lnTo>
                <a:lnTo>
                  <a:pt x="0" y="22435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 rot="8914616">
            <a:off x="4175881" y="4600058"/>
            <a:ext cx="417189" cy="1373460"/>
          </a:xfrm>
          <a:custGeom>
            <a:avLst/>
            <a:gdLst/>
            <a:ahLst/>
            <a:cxnLst/>
            <a:rect l="l" t="t" r="r" b="b"/>
            <a:pathLst>
              <a:path w="417189" h="1373460">
                <a:moveTo>
                  <a:pt x="0" y="0"/>
                </a:moveTo>
                <a:lnTo>
                  <a:pt x="417188" y="0"/>
                </a:lnTo>
                <a:lnTo>
                  <a:pt x="417188" y="1373460"/>
                </a:lnTo>
                <a:lnTo>
                  <a:pt x="0" y="13734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/>
          <p:cNvGrpSpPr/>
          <p:nvPr/>
        </p:nvGrpSpPr>
        <p:grpSpPr>
          <a:xfrm>
            <a:off x="6950834" y="6018920"/>
            <a:ext cx="2434401" cy="1669418"/>
            <a:chOff x="0" y="0"/>
            <a:chExt cx="957199" cy="656717"/>
          </a:xfrm>
        </p:grpSpPr>
        <p:sp>
          <p:nvSpPr>
            <p:cNvPr id="29" name="Freeform 29"/>
            <p:cNvSpPr/>
            <p:nvPr/>
          </p:nvSpPr>
          <p:spPr>
            <a:xfrm>
              <a:off x="7180" y="0"/>
              <a:ext cx="942838" cy="655676"/>
            </a:xfrm>
            <a:custGeom>
              <a:avLst/>
              <a:gdLst/>
              <a:ahLst/>
              <a:cxnLst/>
              <a:rect l="l" t="t" r="r" b="b"/>
              <a:pathLst>
                <a:path w="942838" h="655676">
                  <a:moveTo>
                    <a:pt x="632947" y="19774"/>
                  </a:moveTo>
                  <a:lnTo>
                    <a:pt x="639465" y="21432"/>
                  </a:lnTo>
                  <a:cubicBezTo>
                    <a:pt x="686738" y="33451"/>
                    <a:pt x="732112" y="51983"/>
                    <a:pt x="774283" y="76496"/>
                  </a:cubicBezTo>
                  <a:lnTo>
                    <a:pt x="781144" y="80483"/>
                  </a:lnTo>
                  <a:cubicBezTo>
                    <a:pt x="818652" y="102285"/>
                    <a:pt x="852023" y="130529"/>
                    <a:pt x="879725" y="163919"/>
                  </a:cubicBezTo>
                  <a:lnTo>
                    <a:pt x="884266" y="169393"/>
                  </a:lnTo>
                  <a:cubicBezTo>
                    <a:pt x="908843" y="199017"/>
                    <a:pt x="926458" y="233779"/>
                    <a:pt x="935811" y="271117"/>
                  </a:cubicBezTo>
                  <a:lnTo>
                    <a:pt x="935811" y="271117"/>
                  </a:lnTo>
                  <a:cubicBezTo>
                    <a:pt x="945140" y="308361"/>
                    <a:pt x="945182" y="347326"/>
                    <a:pt x="935932" y="384590"/>
                  </a:cubicBezTo>
                  <a:lnTo>
                    <a:pt x="935811" y="385080"/>
                  </a:lnTo>
                  <a:cubicBezTo>
                    <a:pt x="926462" y="422744"/>
                    <a:pt x="908644" y="457780"/>
                    <a:pt x="883713" y="487520"/>
                  </a:cubicBezTo>
                  <a:lnTo>
                    <a:pt x="879725" y="492278"/>
                  </a:lnTo>
                  <a:cubicBezTo>
                    <a:pt x="852017" y="525330"/>
                    <a:pt x="818778" y="553318"/>
                    <a:pt x="781489" y="574992"/>
                  </a:cubicBezTo>
                  <a:lnTo>
                    <a:pt x="774283" y="579181"/>
                  </a:lnTo>
                  <a:cubicBezTo>
                    <a:pt x="732112" y="603693"/>
                    <a:pt x="686738" y="622225"/>
                    <a:pt x="639465" y="634245"/>
                  </a:cubicBezTo>
                  <a:lnTo>
                    <a:pt x="632947" y="635902"/>
                  </a:lnTo>
                  <a:cubicBezTo>
                    <a:pt x="581300" y="649034"/>
                    <a:pt x="528218" y="655676"/>
                    <a:pt x="474927" y="655676"/>
                  </a:cubicBezTo>
                  <a:lnTo>
                    <a:pt x="467912" y="655676"/>
                  </a:lnTo>
                  <a:cubicBezTo>
                    <a:pt x="414621" y="655676"/>
                    <a:pt x="361539" y="649034"/>
                    <a:pt x="309892" y="635902"/>
                  </a:cubicBezTo>
                  <a:lnTo>
                    <a:pt x="303374" y="634245"/>
                  </a:lnTo>
                  <a:cubicBezTo>
                    <a:pt x="256101" y="622225"/>
                    <a:pt x="210727" y="603693"/>
                    <a:pt x="168556" y="579181"/>
                  </a:cubicBezTo>
                  <a:lnTo>
                    <a:pt x="161350" y="574992"/>
                  </a:lnTo>
                  <a:cubicBezTo>
                    <a:pt x="124061" y="553318"/>
                    <a:pt x="90822" y="525330"/>
                    <a:pt x="63114" y="492278"/>
                  </a:cubicBezTo>
                  <a:lnTo>
                    <a:pt x="59126" y="487520"/>
                  </a:lnTo>
                  <a:cubicBezTo>
                    <a:pt x="34195" y="457780"/>
                    <a:pt x="16377" y="422744"/>
                    <a:pt x="7028" y="385080"/>
                  </a:cubicBezTo>
                  <a:lnTo>
                    <a:pt x="6907" y="384590"/>
                  </a:lnTo>
                  <a:cubicBezTo>
                    <a:pt x="-2343" y="347326"/>
                    <a:pt x="-2301" y="308361"/>
                    <a:pt x="7028" y="271117"/>
                  </a:cubicBezTo>
                  <a:lnTo>
                    <a:pt x="7028" y="271117"/>
                  </a:lnTo>
                  <a:cubicBezTo>
                    <a:pt x="16381" y="233779"/>
                    <a:pt x="33996" y="199017"/>
                    <a:pt x="58573" y="169393"/>
                  </a:cubicBezTo>
                  <a:lnTo>
                    <a:pt x="63114" y="163919"/>
                  </a:lnTo>
                  <a:cubicBezTo>
                    <a:pt x="90816" y="130529"/>
                    <a:pt x="124187" y="102285"/>
                    <a:pt x="161695" y="80483"/>
                  </a:cubicBezTo>
                  <a:lnTo>
                    <a:pt x="168556" y="76496"/>
                  </a:lnTo>
                  <a:cubicBezTo>
                    <a:pt x="210727" y="51983"/>
                    <a:pt x="256101" y="33451"/>
                    <a:pt x="303374" y="21432"/>
                  </a:cubicBezTo>
                  <a:lnTo>
                    <a:pt x="309892" y="19774"/>
                  </a:lnTo>
                  <a:cubicBezTo>
                    <a:pt x="361539" y="6643"/>
                    <a:pt x="414621" y="0"/>
                    <a:pt x="467912" y="0"/>
                  </a:cubicBezTo>
                  <a:lnTo>
                    <a:pt x="474927" y="0"/>
                  </a:lnTo>
                  <a:cubicBezTo>
                    <a:pt x="528218" y="0"/>
                    <a:pt x="581300" y="6643"/>
                    <a:pt x="632947" y="19774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1C3D86"/>
              </a:solidFill>
              <a:prstDash val="solid"/>
              <a:round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43841" y="56935"/>
              <a:ext cx="669517" cy="503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002633" y="7206820"/>
            <a:ext cx="2434401" cy="1669418"/>
            <a:chOff x="0" y="0"/>
            <a:chExt cx="957199" cy="656717"/>
          </a:xfrm>
        </p:grpSpPr>
        <p:sp>
          <p:nvSpPr>
            <p:cNvPr id="32" name="Freeform 32"/>
            <p:cNvSpPr/>
            <p:nvPr/>
          </p:nvSpPr>
          <p:spPr>
            <a:xfrm>
              <a:off x="7180" y="0"/>
              <a:ext cx="942838" cy="655676"/>
            </a:xfrm>
            <a:custGeom>
              <a:avLst/>
              <a:gdLst/>
              <a:ahLst/>
              <a:cxnLst/>
              <a:rect l="l" t="t" r="r" b="b"/>
              <a:pathLst>
                <a:path w="942838" h="655676">
                  <a:moveTo>
                    <a:pt x="632947" y="19774"/>
                  </a:moveTo>
                  <a:lnTo>
                    <a:pt x="639465" y="21432"/>
                  </a:lnTo>
                  <a:cubicBezTo>
                    <a:pt x="686738" y="33451"/>
                    <a:pt x="732112" y="51983"/>
                    <a:pt x="774283" y="76496"/>
                  </a:cubicBezTo>
                  <a:lnTo>
                    <a:pt x="781144" y="80483"/>
                  </a:lnTo>
                  <a:cubicBezTo>
                    <a:pt x="818652" y="102285"/>
                    <a:pt x="852023" y="130529"/>
                    <a:pt x="879725" y="163919"/>
                  </a:cubicBezTo>
                  <a:lnTo>
                    <a:pt x="884266" y="169393"/>
                  </a:lnTo>
                  <a:cubicBezTo>
                    <a:pt x="908843" y="199017"/>
                    <a:pt x="926458" y="233779"/>
                    <a:pt x="935811" y="271117"/>
                  </a:cubicBezTo>
                  <a:lnTo>
                    <a:pt x="935811" y="271117"/>
                  </a:lnTo>
                  <a:cubicBezTo>
                    <a:pt x="945140" y="308361"/>
                    <a:pt x="945182" y="347326"/>
                    <a:pt x="935932" y="384590"/>
                  </a:cubicBezTo>
                  <a:lnTo>
                    <a:pt x="935811" y="385080"/>
                  </a:lnTo>
                  <a:cubicBezTo>
                    <a:pt x="926462" y="422744"/>
                    <a:pt x="908644" y="457780"/>
                    <a:pt x="883713" y="487520"/>
                  </a:cubicBezTo>
                  <a:lnTo>
                    <a:pt x="879725" y="492278"/>
                  </a:lnTo>
                  <a:cubicBezTo>
                    <a:pt x="852017" y="525330"/>
                    <a:pt x="818778" y="553318"/>
                    <a:pt x="781489" y="574992"/>
                  </a:cubicBezTo>
                  <a:lnTo>
                    <a:pt x="774283" y="579181"/>
                  </a:lnTo>
                  <a:cubicBezTo>
                    <a:pt x="732112" y="603693"/>
                    <a:pt x="686738" y="622225"/>
                    <a:pt x="639465" y="634245"/>
                  </a:cubicBezTo>
                  <a:lnTo>
                    <a:pt x="632947" y="635902"/>
                  </a:lnTo>
                  <a:cubicBezTo>
                    <a:pt x="581300" y="649034"/>
                    <a:pt x="528218" y="655676"/>
                    <a:pt x="474927" y="655676"/>
                  </a:cubicBezTo>
                  <a:lnTo>
                    <a:pt x="467912" y="655676"/>
                  </a:lnTo>
                  <a:cubicBezTo>
                    <a:pt x="414621" y="655676"/>
                    <a:pt x="361539" y="649034"/>
                    <a:pt x="309892" y="635902"/>
                  </a:cubicBezTo>
                  <a:lnTo>
                    <a:pt x="303374" y="634245"/>
                  </a:lnTo>
                  <a:cubicBezTo>
                    <a:pt x="256101" y="622225"/>
                    <a:pt x="210727" y="603693"/>
                    <a:pt x="168556" y="579181"/>
                  </a:cubicBezTo>
                  <a:lnTo>
                    <a:pt x="161350" y="574992"/>
                  </a:lnTo>
                  <a:cubicBezTo>
                    <a:pt x="124061" y="553318"/>
                    <a:pt x="90822" y="525330"/>
                    <a:pt x="63114" y="492278"/>
                  </a:cubicBezTo>
                  <a:lnTo>
                    <a:pt x="59126" y="487520"/>
                  </a:lnTo>
                  <a:cubicBezTo>
                    <a:pt x="34195" y="457780"/>
                    <a:pt x="16377" y="422744"/>
                    <a:pt x="7028" y="385080"/>
                  </a:cubicBezTo>
                  <a:lnTo>
                    <a:pt x="6907" y="384590"/>
                  </a:lnTo>
                  <a:cubicBezTo>
                    <a:pt x="-2343" y="347326"/>
                    <a:pt x="-2301" y="308361"/>
                    <a:pt x="7028" y="271117"/>
                  </a:cubicBezTo>
                  <a:lnTo>
                    <a:pt x="7028" y="271117"/>
                  </a:lnTo>
                  <a:cubicBezTo>
                    <a:pt x="16381" y="233779"/>
                    <a:pt x="33996" y="199017"/>
                    <a:pt x="58573" y="169393"/>
                  </a:cubicBezTo>
                  <a:lnTo>
                    <a:pt x="63114" y="163919"/>
                  </a:lnTo>
                  <a:cubicBezTo>
                    <a:pt x="90816" y="130529"/>
                    <a:pt x="124187" y="102285"/>
                    <a:pt x="161695" y="80483"/>
                  </a:cubicBezTo>
                  <a:lnTo>
                    <a:pt x="168556" y="76496"/>
                  </a:lnTo>
                  <a:cubicBezTo>
                    <a:pt x="210727" y="51983"/>
                    <a:pt x="256101" y="33451"/>
                    <a:pt x="303374" y="21432"/>
                  </a:cubicBezTo>
                  <a:lnTo>
                    <a:pt x="309892" y="19774"/>
                  </a:lnTo>
                  <a:cubicBezTo>
                    <a:pt x="361539" y="6643"/>
                    <a:pt x="414621" y="0"/>
                    <a:pt x="467912" y="0"/>
                  </a:cubicBezTo>
                  <a:lnTo>
                    <a:pt x="474927" y="0"/>
                  </a:lnTo>
                  <a:cubicBezTo>
                    <a:pt x="528218" y="0"/>
                    <a:pt x="581300" y="6643"/>
                    <a:pt x="632947" y="19774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1C3D86"/>
              </a:solidFill>
              <a:prstDash val="solid"/>
              <a:round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43841" y="56935"/>
              <a:ext cx="669517" cy="503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804460" y="5783242"/>
            <a:ext cx="2434401" cy="1669418"/>
            <a:chOff x="0" y="0"/>
            <a:chExt cx="957199" cy="656717"/>
          </a:xfrm>
        </p:grpSpPr>
        <p:sp>
          <p:nvSpPr>
            <p:cNvPr id="35" name="Freeform 35"/>
            <p:cNvSpPr/>
            <p:nvPr/>
          </p:nvSpPr>
          <p:spPr>
            <a:xfrm>
              <a:off x="7180" y="0"/>
              <a:ext cx="942838" cy="655676"/>
            </a:xfrm>
            <a:custGeom>
              <a:avLst/>
              <a:gdLst/>
              <a:ahLst/>
              <a:cxnLst/>
              <a:rect l="l" t="t" r="r" b="b"/>
              <a:pathLst>
                <a:path w="942838" h="655676">
                  <a:moveTo>
                    <a:pt x="632947" y="19774"/>
                  </a:moveTo>
                  <a:lnTo>
                    <a:pt x="639465" y="21432"/>
                  </a:lnTo>
                  <a:cubicBezTo>
                    <a:pt x="686738" y="33451"/>
                    <a:pt x="732112" y="51983"/>
                    <a:pt x="774283" y="76496"/>
                  </a:cubicBezTo>
                  <a:lnTo>
                    <a:pt x="781144" y="80483"/>
                  </a:lnTo>
                  <a:cubicBezTo>
                    <a:pt x="818652" y="102285"/>
                    <a:pt x="852023" y="130529"/>
                    <a:pt x="879725" y="163919"/>
                  </a:cubicBezTo>
                  <a:lnTo>
                    <a:pt x="884266" y="169393"/>
                  </a:lnTo>
                  <a:cubicBezTo>
                    <a:pt x="908843" y="199017"/>
                    <a:pt x="926458" y="233779"/>
                    <a:pt x="935811" y="271117"/>
                  </a:cubicBezTo>
                  <a:lnTo>
                    <a:pt x="935811" y="271117"/>
                  </a:lnTo>
                  <a:cubicBezTo>
                    <a:pt x="945140" y="308361"/>
                    <a:pt x="945182" y="347326"/>
                    <a:pt x="935932" y="384590"/>
                  </a:cubicBezTo>
                  <a:lnTo>
                    <a:pt x="935811" y="385080"/>
                  </a:lnTo>
                  <a:cubicBezTo>
                    <a:pt x="926462" y="422744"/>
                    <a:pt x="908644" y="457780"/>
                    <a:pt x="883713" y="487520"/>
                  </a:cubicBezTo>
                  <a:lnTo>
                    <a:pt x="879725" y="492278"/>
                  </a:lnTo>
                  <a:cubicBezTo>
                    <a:pt x="852017" y="525330"/>
                    <a:pt x="818778" y="553318"/>
                    <a:pt x="781489" y="574992"/>
                  </a:cubicBezTo>
                  <a:lnTo>
                    <a:pt x="774283" y="579181"/>
                  </a:lnTo>
                  <a:cubicBezTo>
                    <a:pt x="732112" y="603693"/>
                    <a:pt x="686738" y="622225"/>
                    <a:pt x="639465" y="634245"/>
                  </a:cubicBezTo>
                  <a:lnTo>
                    <a:pt x="632947" y="635902"/>
                  </a:lnTo>
                  <a:cubicBezTo>
                    <a:pt x="581300" y="649034"/>
                    <a:pt x="528218" y="655676"/>
                    <a:pt x="474927" y="655676"/>
                  </a:cubicBezTo>
                  <a:lnTo>
                    <a:pt x="467912" y="655676"/>
                  </a:lnTo>
                  <a:cubicBezTo>
                    <a:pt x="414621" y="655676"/>
                    <a:pt x="361539" y="649034"/>
                    <a:pt x="309892" y="635902"/>
                  </a:cubicBezTo>
                  <a:lnTo>
                    <a:pt x="303374" y="634245"/>
                  </a:lnTo>
                  <a:cubicBezTo>
                    <a:pt x="256101" y="622225"/>
                    <a:pt x="210727" y="603693"/>
                    <a:pt x="168556" y="579181"/>
                  </a:cubicBezTo>
                  <a:lnTo>
                    <a:pt x="161350" y="574992"/>
                  </a:lnTo>
                  <a:cubicBezTo>
                    <a:pt x="124061" y="553318"/>
                    <a:pt x="90822" y="525330"/>
                    <a:pt x="63114" y="492278"/>
                  </a:cubicBezTo>
                  <a:lnTo>
                    <a:pt x="59126" y="487520"/>
                  </a:lnTo>
                  <a:cubicBezTo>
                    <a:pt x="34195" y="457780"/>
                    <a:pt x="16377" y="422744"/>
                    <a:pt x="7028" y="385080"/>
                  </a:cubicBezTo>
                  <a:lnTo>
                    <a:pt x="6907" y="384590"/>
                  </a:lnTo>
                  <a:cubicBezTo>
                    <a:pt x="-2343" y="347326"/>
                    <a:pt x="-2301" y="308361"/>
                    <a:pt x="7028" y="271117"/>
                  </a:cubicBezTo>
                  <a:lnTo>
                    <a:pt x="7028" y="271117"/>
                  </a:lnTo>
                  <a:cubicBezTo>
                    <a:pt x="16381" y="233779"/>
                    <a:pt x="33996" y="199017"/>
                    <a:pt x="58573" y="169393"/>
                  </a:cubicBezTo>
                  <a:lnTo>
                    <a:pt x="63114" y="163919"/>
                  </a:lnTo>
                  <a:cubicBezTo>
                    <a:pt x="90816" y="130529"/>
                    <a:pt x="124187" y="102285"/>
                    <a:pt x="161695" y="80483"/>
                  </a:cubicBezTo>
                  <a:lnTo>
                    <a:pt x="168556" y="76496"/>
                  </a:lnTo>
                  <a:cubicBezTo>
                    <a:pt x="210727" y="51983"/>
                    <a:pt x="256101" y="33451"/>
                    <a:pt x="303374" y="21432"/>
                  </a:cubicBezTo>
                  <a:lnTo>
                    <a:pt x="309892" y="19774"/>
                  </a:lnTo>
                  <a:cubicBezTo>
                    <a:pt x="361539" y="6643"/>
                    <a:pt x="414621" y="0"/>
                    <a:pt x="467912" y="0"/>
                  </a:cubicBezTo>
                  <a:lnTo>
                    <a:pt x="474927" y="0"/>
                  </a:lnTo>
                  <a:cubicBezTo>
                    <a:pt x="528218" y="0"/>
                    <a:pt x="581300" y="6643"/>
                    <a:pt x="632947" y="19774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1C3D86"/>
              </a:solidFill>
              <a:prstDash val="solid"/>
              <a:round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43841" y="56935"/>
              <a:ext cx="669517" cy="503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7" name="Freeform 37"/>
          <p:cNvSpPr/>
          <p:nvPr/>
        </p:nvSpPr>
        <p:spPr>
          <a:xfrm rot="-10734625">
            <a:off x="9561984" y="4746106"/>
            <a:ext cx="707576" cy="2329467"/>
          </a:xfrm>
          <a:custGeom>
            <a:avLst/>
            <a:gdLst/>
            <a:ahLst/>
            <a:cxnLst/>
            <a:rect l="l" t="t" r="r" b="b"/>
            <a:pathLst>
              <a:path w="707576" h="2329467">
                <a:moveTo>
                  <a:pt x="0" y="0"/>
                </a:moveTo>
                <a:lnTo>
                  <a:pt x="707576" y="0"/>
                </a:lnTo>
                <a:lnTo>
                  <a:pt x="707576" y="2329466"/>
                </a:lnTo>
                <a:lnTo>
                  <a:pt x="0" y="23294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 rot="-8937638">
            <a:off x="8280447" y="4496786"/>
            <a:ext cx="491990" cy="1619720"/>
          </a:xfrm>
          <a:custGeom>
            <a:avLst/>
            <a:gdLst/>
            <a:ahLst/>
            <a:cxnLst/>
            <a:rect l="l" t="t" r="r" b="b"/>
            <a:pathLst>
              <a:path w="491990" h="1619720">
                <a:moveTo>
                  <a:pt x="0" y="0"/>
                </a:moveTo>
                <a:lnTo>
                  <a:pt x="491990" y="0"/>
                </a:lnTo>
                <a:lnTo>
                  <a:pt x="491990" y="1619720"/>
                </a:lnTo>
                <a:lnTo>
                  <a:pt x="0" y="16197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 rot="8921150">
            <a:off x="10559969" y="4601170"/>
            <a:ext cx="491990" cy="1619720"/>
          </a:xfrm>
          <a:custGeom>
            <a:avLst/>
            <a:gdLst/>
            <a:ahLst/>
            <a:cxnLst/>
            <a:rect l="l" t="t" r="r" b="b"/>
            <a:pathLst>
              <a:path w="491990" h="1619720">
                <a:moveTo>
                  <a:pt x="0" y="0"/>
                </a:moveTo>
                <a:lnTo>
                  <a:pt x="491990" y="0"/>
                </a:lnTo>
                <a:lnTo>
                  <a:pt x="491990" y="1619720"/>
                </a:lnTo>
                <a:lnTo>
                  <a:pt x="0" y="16197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-207967" y="6264759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14439422" y="216729"/>
            <a:ext cx="1971671" cy="1922380"/>
          </a:xfrm>
          <a:custGeom>
            <a:avLst/>
            <a:gdLst/>
            <a:ahLst/>
            <a:cxnLst/>
            <a:rect l="l" t="t" r="r" b="b"/>
            <a:pathLst>
              <a:path w="1971671" h="1922380">
                <a:moveTo>
                  <a:pt x="0" y="0"/>
                </a:moveTo>
                <a:lnTo>
                  <a:pt x="1971672" y="0"/>
                </a:lnTo>
                <a:lnTo>
                  <a:pt x="1971672" y="1922380"/>
                </a:lnTo>
                <a:lnTo>
                  <a:pt x="0" y="192238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14439422" y="6940186"/>
            <a:ext cx="3028538" cy="3028538"/>
          </a:xfrm>
          <a:custGeom>
            <a:avLst/>
            <a:gdLst/>
            <a:ahLst/>
            <a:cxnLst/>
            <a:rect l="l" t="t" r="r" b="b"/>
            <a:pathLst>
              <a:path w="3028538" h="3028538">
                <a:moveTo>
                  <a:pt x="0" y="0"/>
                </a:moveTo>
                <a:lnTo>
                  <a:pt x="3028538" y="0"/>
                </a:lnTo>
                <a:lnTo>
                  <a:pt x="3028538" y="3028538"/>
                </a:lnTo>
                <a:lnTo>
                  <a:pt x="0" y="302853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349061" y="437295"/>
            <a:ext cx="10812091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00"/>
              </a:lnSpc>
              <a:spcBef>
                <a:spcPct val="0"/>
              </a:spcBef>
            </a:pPr>
            <a:r>
              <a:rPr lang="en-US" sz="6500">
                <a:solidFill>
                  <a:srgbClr val="1C3D86"/>
                </a:solidFill>
                <a:latin typeface="Baloo"/>
                <a:ea typeface="Baloo"/>
                <a:cs typeface="Baloo"/>
                <a:sym typeface="Baloo"/>
              </a:rPr>
              <a:t>Chức năng dành cho Admin 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2214898" y="3030901"/>
            <a:ext cx="2650032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Quản lý toàn bộ tài liệu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8266724" y="2707902"/>
            <a:ext cx="2650032" cy="1750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3"/>
              </a:lnSpc>
            </a:pPr>
            <a:r>
              <a:rPr lang="en-US" sz="1652">
                <a:solidFill>
                  <a:srgbClr val="1C3D86"/>
                </a:solidFill>
                <a:latin typeface="Varela Round"/>
                <a:ea typeface="Varela Round"/>
                <a:cs typeface="Varela Round"/>
                <a:sym typeface="Varela Round"/>
              </a:rPr>
              <a:t>Teamwork enhances innovation. Shared ideas and collective creativity lead to breakthroughs that redefine success in organizations.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404400" y="2829831"/>
            <a:ext cx="2650032" cy="160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Quản lý tài khoản người dùng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3911243" y="3030901"/>
            <a:ext cx="2650032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Ghi nhận lịch sử hoạt động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670435" y="6107011"/>
            <a:ext cx="1669197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1C3D86"/>
                </a:solidFill>
                <a:latin typeface="Roboto"/>
                <a:ea typeface="Roboto"/>
                <a:cs typeface="Roboto"/>
                <a:sym typeface="Roboto"/>
              </a:rPr>
              <a:t>Xóa tài liệu vi phạm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303259" y="6399604"/>
            <a:ext cx="1669197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1C3D86"/>
                </a:solidFill>
                <a:latin typeface="Roboto"/>
                <a:ea typeface="Roboto"/>
                <a:cs typeface="Roboto"/>
                <a:sym typeface="Roboto"/>
              </a:rPr>
              <a:t>Xem tài khoản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385235" y="7640713"/>
            <a:ext cx="1669197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1C3D86"/>
                </a:solidFill>
                <a:latin typeface="Roboto"/>
                <a:ea typeface="Roboto"/>
                <a:cs typeface="Roboto"/>
                <a:sym typeface="Roboto"/>
              </a:rPr>
              <a:t>Khóa tài khoản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187061" y="6217134"/>
            <a:ext cx="1669197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1C3D86"/>
                </a:solidFill>
                <a:latin typeface="Roboto"/>
                <a:ea typeface="Roboto"/>
                <a:cs typeface="Roboto"/>
                <a:sym typeface="Roboto"/>
              </a:rPr>
              <a:t>Mở khóa tài khoản</a:t>
            </a:r>
          </a:p>
        </p:txBody>
      </p: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C061824C-4265-7696-63AC-4C534D47F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955719" y="-5233061"/>
            <a:ext cx="10376561" cy="20753122"/>
          </a:xfrm>
          <a:custGeom>
            <a:avLst/>
            <a:gdLst/>
            <a:ahLst/>
            <a:cxnLst/>
            <a:rect l="l" t="t" r="r" b="b"/>
            <a:pathLst>
              <a:path w="10376561" h="20753122">
                <a:moveTo>
                  <a:pt x="0" y="0"/>
                </a:moveTo>
                <a:lnTo>
                  <a:pt x="10376562" y="0"/>
                </a:lnTo>
                <a:lnTo>
                  <a:pt x="10376562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89457" y="5428083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4681107" cy="3627858"/>
          </a:xfrm>
          <a:custGeom>
            <a:avLst/>
            <a:gdLst/>
            <a:ahLst/>
            <a:cxnLst/>
            <a:rect l="l" t="t" r="r" b="b"/>
            <a:pathLst>
              <a:path w="4681107" h="3627858">
                <a:moveTo>
                  <a:pt x="0" y="0"/>
                </a:moveTo>
                <a:lnTo>
                  <a:pt x="4681107" y="0"/>
                </a:lnTo>
                <a:lnTo>
                  <a:pt x="4681107" y="3627858"/>
                </a:lnTo>
                <a:lnTo>
                  <a:pt x="0" y="36278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12981434" y="6216981"/>
            <a:ext cx="5306566" cy="4114800"/>
          </a:xfrm>
          <a:custGeom>
            <a:avLst/>
            <a:gdLst/>
            <a:ahLst/>
            <a:cxnLst/>
            <a:rect l="l" t="t" r="r" b="b"/>
            <a:pathLst>
              <a:path w="5306566" h="4114800">
                <a:moveTo>
                  <a:pt x="0" y="0"/>
                </a:moveTo>
                <a:lnTo>
                  <a:pt x="5306566" y="0"/>
                </a:lnTo>
                <a:lnTo>
                  <a:pt x="53065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871909" y="6216981"/>
            <a:ext cx="3618396" cy="3627465"/>
          </a:xfrm>
          <a:custGeom>
            <a:avLst/>
            <a:gdLst/>
            <a:ahLst/>
            <a:cxnLst/>
            <a:rect l="l" t="t" r="r" b="b"/>
            <a:pathLst>
              <a:path w="3618396" h="3627465">
                <a:moveTo>
                  <a:pt x="0" y="0"/>
                </a:moveTo>
                <a:lnTo>
                  <a:pt x="3618396" y="0"/>
                </a:lnTo>
                <a:lnTo>
                  <a:pt x="3618396" y="3627464"/>
                </a:lnTo>
                <a:lnTo>
                  <a:pt x="0" y="362746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738622" y="44744"/>
            <a:ext cx="3520678" cy="3538370"/>
          </a:xfrm>
          <a:custGeom>
            <a:avLst/>
            <a:gdLst/>
            <a:ahLst/>
            <a:cxnLst/>
            <a:rect l="l" t="t" r="r" b="b"/>
            <a:pathLst>
              <a:path w="3520678" h="3538370">
                <a:moveTo>
                  <a:pt x="0" y="0"/>
                </a:moveTo>
                <a:lnTo>
                  <a:pt x="3520678" y="0"/>
                </a:lnTo>
                <a:lnTo>
                  <a:pt x="3520678" y="3538370"/>
                </a:lnTo>
                <a:lnTo>
                  <a:pt x="0" y="353837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340553" y="3913608"/>
            <a:ext cx="14104462" cy="151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9"/>
              </a:lnSpc>
              <a:spcBef>
                <a:spcPct val="0"/>
              </a:spcBef>
            </a:pPr>
            <a:r>
              <a:rPr lang="en-US" sz="9999">
                <a:solidFill>
                  <a:srgbClr val="1C3D86"/>
                </a:solidFill>
                <a:latin typeface="Baloo"/>
                <a:ea typeface="Baloo"/>
                <a:cs typeface="Baloo"/>
                <a:sym typeface="Baloo"/>
              </a:rPr>
              <a:t>Thiết kế &amp; Cơ sở dữ liệu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8498E5-82CB-9F36-A697-B06C426AB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955719" y="-5233061"/>
            <a:ext cx="10376561" cy="20753122"/>
          </a:xfrm>
          <a:custGeom>
            <a:avLst/>
            <a:gdLst/>
            <a:ahLst/>
            <a:cxnLst/>
            <a:rect l="l" t="t" r="r" b="b"/>
            <a:pathLst>
              <a:path w="10376561" h="20753122">
                <a:moveTo>
                  <a:pt x="0" y="0"/>
                </a:moveTo>
                <a:lnTo>
                  <a:pt x="10376562" y="0"/>
                </a:lnTo>
                <a:lnTo>
                  <a:pt x="10376562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706514">
            <a:off x="-928315" y="359016"/>
            <a:ext cx="2158060" cy="1824542"/>
          </a:xfrm>
          <a:custGeom>
            <a:avLst/>
            <a:gdLst/>
            <a:ahLst/>
            <a:cxnLst/>
            <a:rect l="l" t="t" r="r" b="b"/>
            <a:pathLst>
              <a:path w="2158060" h="1824542">
                <a:moveTo>
                  <a:pt x="0" y="0"/>
                </a:moveTo>
                <a:lnTo>
                  <a:pt x="2158060" y="0"/>
                </a:lnTo>
                <a:lnTo>
                  <a:pt x="2158060" y="1824541"/>
                </a:lnTo>
                <a:lnTo>
                  <a:pt x="0" y="18245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9544520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4" y="0"/>
                </a:lnTo>
                <a:lnTo>
                  <a:pt x="1504614" y="248945"/>
                </a:lnTo>
                <a:lnTo>
                  <a:pt x="0" y="2489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7359097" y="9487620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6" name="Object 6"/>
          <p:cNvGraphicFramePr/>
          <p:nvPr/>
        </p:nvGraphicFramePr>
        <p:xfrm>
          <a:off x="7281127" y="2650823"/>
          <a:ext cx="5657850" cy="377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0" imgW="6781800" imgH="4902200" progId="Excel.Sheet.12">
                  <p:embed/>
                </p:oleObj>
              </mc:Choice>
              <mc:Fallback>
                <p:oleObj name="Worksheet" r:id="rId10" imgW="6781800" imgH="4902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281127" y="2650823"/>
                        <a:ext cx="5657850" cy="3771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reeform 7"/>
          <p:cNvSpPr/>
          <p:nvPr/>
        </p:nvSpPr>
        <p:spPr>
          <a:xfrm>
            <a:off x="1625495" y="0"/>
            <a:ext cx="5552071" cy="10309390"/>
          </a:xfrm>
          <a:custGeom>
            <a:avLst/>
            <a:gdLst/>
            <a:ahLst/>
            <a:cxnLst/>
            <a:rect l="l" t="t" r="r" b="b"/>
            <a:pathLst>
              <a:path w="5552071" h="10309390">
                <a:moveTo>
                  <a:pt x="0" y="0"/>
                </a:moveTo>
                <a:lnTo>
                  <a:pt x="5552071" y="0"/>
                </a:lnTo>
                <a:lnTo>
                  <a:pt x="5552071" y="10309390"/>
                </a:lnTo>
                <a:lnTo>
                  <a:pt x="0" y="1030939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555921" y="742649"/>
            <a:ext cx="7333405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9"/>
              </a:lnSpc>
              <a:spcBef>
                <a:spcPct val="0"/>
              </a:spcBef>
            </a:pPr>
            <a:r>
              <a:rPr lang="en-US" sz="6999">
                <a:solidFill>
                  <a:srgbClr val="1C3D86"/>
                </a:solidFill>
                <a:latin typeface="Baloo"/>
                <a:ea typeface="Baloo"/>
                <a:cs typeface="Baloo"/>
                <a:sym typeface="Baloo"/>
              </a:rPr>
              <a:t>Use case diagram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4AA388-68C3-B67B-FC85-2A36088A2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955719" y="-5233061"/>
            <a:ext cx="10376561" cy="20753122"/>
          </a:xfrm>
          <a:custGeom>
            <a:avLst/>
            <a:gdLst/>
            <a:ahLst/>
            <a:cxnLst/>
            <a:rect l="l" t="t" r="r" b="b"/>
            <a:pathLst>
              <a:path w="10376561" h="20753122">
                <a:moveTo>
                  <a:pt x="0" y="0"/>
                </a:moveTo>
                <a:lnTo>
                  <a:pt x="10376562" y="0"/>
                </a:lnTo>
                <a:lnTo>
                  <a:pt x="10376562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706514">
            <a:off x="-1075787" y="375674"/>
            <a:ext cx="3236001" cy="2735891"/>
          </a:xfrm>
          <a:custGeom>
            <a:avLst/>
            <a:gdLst/>
            <a:ahLst/>
            <a:cxnLst/>
            <a:rect l="l" t="t" r="r" b="b"/>
            <a:pathLst>
              <a:path w="3236001" h="2735891">
                <a:moveTo>
                  <a:pt x="0" y="0"/>
                </a:moveTo>
                <a:lnTo>
                  <a:pt x="3236001" y="0"/>
                </a:lnTo>
                <a:lnTo>
                  <a:pt x="3236001" y="2735892"/>
                </a:lnTo>
                <a:lnTo>
                  <a:pt x="0" y="2735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76393" y="9544520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4" y="0"/>
                </a:lnTo>
                <a:lnTo>
                  <a:pt x="1504614" y="248945"/>
                </a:lnTo>
                <a:lnTo>
                  <a:pt x="0" y="2489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474248" y="552868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199" y="0"/>
                </a:lnTo>
                <a:lnTo>
                  <a:pt x="631199" y="611689"/>
                </a:lnTo>
                <a:lnTo>
                  <a:pt x="0" y="6116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873218" y="9487620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790433" y="1557337"/>
            <a:ext cx="11322410" cy="8010605"/>
          </a:xfrm>
          <a:custGeom>
            <a:avLst/>
            <a:gdLst/>
            <a:ahLst/>
            <a:cxnLst/>
            <a:rect l="l" t="t" r="r" b="b"/>
            <a:pathLst>
              <a:path w="11322410" h="8010605">
                <a:moveTo>
                  <a:pt x="0" y="0"/>
                </a:moveTo>
                <a:lnTo>
                  <a:pt x="11322410" y="0"/>
                </a:lnTo>
                <a:lnTo>
                  <a:pt x="11322410" y="8010605"/>
                </a:lnTo>
                <a:lnTo>
                  <a:pt x="0" y="80106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578315" y="500062"/>
            <a:ext cx="13173796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9"/>
              </a:lnSpc>
              <a:spcBef>
                <a:spcPct val="0"/>
              </a:spcBef>
            </a:pPr>
            <a:r>
              <a:rPr lang="en-US" sz="6999">
                <a:solidFill>
                  <a:srgbClr val="1C3D86"/>
                </a:solidFill>
                <a:latin typeface="Baloo"/>
                <a:ea typeface="Baloo"/>
                <a:cs typeface="Baloo"/>
                <a:sym typeface="Baloo"/>
              </a:rPr>
              <a:t>ERD &amp; Quan hệ giữa các thực thể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76393" y="3434708"/>
            <a:ext cx="6514040" cy="4949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Các thực thể:</a:t>
            </a:r>
            <a:r>
              <a:rPr lang="en-US" sz="3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users, documents, categories, tags, document_tags, download_logs, notifications, activity_logs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  <a:p>
            <a:pPr algn="l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Quan hệ:</a:t>
            </a:r>
            <a:r>
              <a:rPr lang="en-US" sz="3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users(1-N)documents, documents(N-1)categories, documents(M-N)tags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35900E8-AE21-C34F-5747-5D86704C5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955719" y="-5233061"/>
            <a:ext cx="10376561" cy="20753122"/>
          </a:xfrm>
          <a:custGeom>
            <a:avLst/>
            <a:gdLst/>
            <a:ahLst/>
            <a:cxnLst/>
            <a:rect l="l" t="t" r="r" b="b"/>
            <a:pathLst>
              <a:path w="10376561" h="20753122">
                <a:moveTo>
                  <a:pt x="0" y="0"/>
                </a:moveTo>
                <a:lnTo>
                  <a:pt x="10376562" y="0"/>
                </a:lnTo>
                <a:lnTo>
                  <a:pt x="10376562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89457" y="5428083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4681107" cy="3627858"/>
          </a:xfrm>
          <a:custGeom>
            <a:avLst/>
            <a:gdLst/>
            <a:ahLst/>
            <a:cxnLst/>
            <a:rect l="l" t="t" r="r" b="b"/>
            <a:pathLst>
              <a:path w="4681107" h="3627858">
                <a:moveTo>
                  <a:pt x="0" y="0"/>
                </a:moveTo>
                <a:lnTo>
                  <a:pt x="4681107" y="0"/>
                </a:lnTo>
                <a:lnTo>
                  <a:pt x="4681107" y="3627858"/>
                </a:lnTo>
                <a:lnTo>
                  <a:pt x="0" y="36278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12981434" y="6216981"/>
            <a:ext cx="5306566" cy="4114800"/>
          </a:xfrm>
          <a:custGeom>
            <a:avLst/>
            <a:gdLst/>
            <a:ahLst/>
            <a:cxnLst/>
            <a:rect l="l" t="t" r="r" b="b"/>
            <a:pathLst>
              <a:path w="5306566" h="4114800">
                <a:moveTo>
                  <a:pt x="0" y="0"/>
                </a:moveTo>
                <a:lnTo>
                  <a:pt x="5306566" y="0"/>
                </a:lnTo>
                <a:lnTo>
                  <a:pt x="53065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825740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6452712"/>
            <a:ext cx="2778045" cy="3643338"/>
          </a:xfrm>
          <a:custGeom>
            <a:avLst/>
            <a:gdLst/>
            <a:ahLst/>
            <a:cxnLst/>
            <a:rect l="l" t="t" r="r" b="b"/>
            <a:pathLst>
              <a:path w="2778045" h="3643338">
                <a:moveTo>
                  <a:pt x="0" y="0"/>
                </a:moveTo>
                <a:lnTo>
                  <a:pt x="2778045" y="0"/>
                </a:lnTo>
                <a:lnTo>
                  <a:pt x="2778045" y="3643337"/>
                </a:lnTo>
                <a:lnTo>
                  <a:pt x="0" y="364333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3100991" y="4114800"/>
            <a:ext cx="13363502" cy="4259616"/>
          </a:xfrm>
          <a:custGeom>
            <a:avLst/>
            <a:gdLst/>
            <a:ahLst/>
            <a:cxnLst/>
            <a:rect l="l" t="t" r="r" b="b"/>
            <a:pathLst>
              <a:path w="13363502" h="4259616">
                <a:moveTo>
                  <a:pt x="0" y="0"/>
                </a:moveTo>
                <a:lnTo>
                  <a:pt x="13363502" y="0"/>
                </a:lnTo>
                <a:lnTo>
                  <a:pt x="13363502" y="4259616"/>
                </a:lnTo>
                <a:lnTo>
                  <a:pt x="0" y="425961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548904" y="219075"/>
            <a:ext cx="6803973" cy="1838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0"/>
              </a:lnSpc>
              <a:spcBef>
                <a:spcPct val="0"/>
              </a:spcBef>
            </a:pPr>
            <a:r>
              <a:rPr lang="en-US" sz="12000">
                <a:solidFill>
                  <a:srgbClr val="1C3D86"/>
                </a:solidFill>
                <a:latin typeface="Baloo"/>
                <a:ea typeface="Baloo"/>
                <a:cs typeface="Baloo"/>
                <a:sym typeface="Baloo"/>
              </a:rPr>
              <a:t>Kiểm thử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FBBCD67-0FA2-B212-2D7A-7C723488C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955719" y="-5233061"/>
            <a:ext cx="10376561" cy="20753122"/>
          </a:xfrm>
          <a:custGeom>
            <a:avLst/>
            <a:gdLst/>
            <a:ahLst/>
            <a:cxnLst/>
            <a:rect l="l" t="t" r="r" b="b"/>
            <a:pathLst>
              <a:path w="10376561" h="20753122">
                <a:moveTo>
                  <a:pt x="0" y="0"/>
                </a:moveTo>
                <a:lnTo>
                  <a:pt x="10376562" y="0"/>
                </a:lnTo>
                <a:lnTo>
                  <a:pt x="10376562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89457" y="5428083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4681107" cy="3627858"/>
          </a:xfrm>
          <a:custGeom>
            <a:avLst/>
            <a:gdLst/>
            <a:ahLst/>
            <a:cxnLst/>
            <a:rect l="l" t="t" r="r" b="b"/>
            <a:pathLst>
              <a:path w="4681107" h="3627858">
                <a:moveTo>
                  <a:pt x="0" y="0"/>
                </a:moveTo>
                <a:lnTo>
                  <a:pt x="4681107" y="0"/>
                </a:lnTo>
                <a:lnTo>
                  <a:pt x="4681107" y="3627858"/>
                </a:lnTo>
                <a:lnTo>
                  <a:pt x="0" y="36278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12981434" y="6216981"/>
            <a:ext cx="5306566" cy="4114800"/>
          </a:xfrm>
          <a:custGeom>
            <a:avLst/>
            <a:gdLst/>
            <a:ahLst/>
            <a:cxnLst/>
            <a:rect l="l" t="t" r="r" b="b"/>
            <a:pathLst>
              <a:path w="5306566" h="4114800">
                <a:moveTo>
                  <a:pt x="0" y="0"/>
                </a:moveTo>
                <a:lnTo>
                  <a:pt x="5306566" y="0"/>
                </a:lnTo>
                <a:lnTo>
                  <a:pt x="53065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551604" y="5143500"/>
            <a:ext cx="11301259" cy="4831288"/>
          </a:xfrm>
          <a:custGeom>
            <a:avLst/>
            <a:gdLst/>
            <a:ahLst/>
            <a:cxnLst/>
            <a:rect l="l" t="t" r="r" b="b"/>
            <a:pathLst>
              <a:path w="11301259" h="4831288">
                <a:moveTo>
                  <a:pt x="0" y="0"/>
                </a:moveTo>
                <a:lnTo>
                  <a:pt x="11301259" y="0"/>
                </a:lnTo>
                <a:lnTo>
                  <a:pt x="11301259" y="4831288"/>
                </a:lnTo>
                <a:lnTo>
                  <a:pt x="0" y="483128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10365" y="5733928"/>
            <a:ext cx="3370742" cy="4420645"/>
          </a:xfrm>
          <a:custGeom>
            <a:avLst/>
            <a:gdLst/>
            <a:ahLst/>
            <a:cxnLst/>
            <a:rect l="l" t="t" r="r" b="b"/>
            <a:pathLst>
              <a:path w="3370742" h="4420645">
                <a:moveTo>
                  <a:pt x="0" y="0"/>
                </a:moveTo>
                <a:lnTo>
                  <a:pt x="3370742" y="0"/>
                </a:lnTo>
                <a:lnTo>
                  <a:pt x="3370742" y="4420645"/>
                </a:lnTo>
                <a:lnTo>
                  <a:pt x="0" y="442064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825740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05057" y="156819"/>
            <a:ext cx="11301259" cy="4986681"/>
          </a:xfrm>
          <a:custGeom>
            <a:avLst/>
            <a:gdLst/>
            <a:ahLst/>
            <a:cxnLst/>
            <a:rect l="l" t="t" r="r" b="b"/>
            <a:pathLst>
              <a:path w="11301259" h="4986681">
                <a:moveTo>
                  <a:pt x="0" y="0"/>
                </a:moveTo>
                <a:lnTo>
                  <a:pt x="11301259" y="0"/>
                </a:lnTo>
                <a:lnTo>
                  <a:pt x="11301259" y="4986681"/>
                </a:lnTo>
                <a:lnTo>
                  <a:pt x="0" y="498668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EFE259C-2BCD-0663-49CC-36C5DD0F7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955719" y="-5233061"/>
            <a:ext cx="10376561" cy="20753122"/>
          </a:xfrm>
          <a:custGeom>
            <a:avLst/>
            <a:gdLst/>
            <a:ahLst/>
            <a:cxnLst/>
            <a:rect l="l" t="t" r="r" b="b"/>
            <a:pathLst>
              <a:path w="10376561" h="20753122">
                <a:moveTo>
                  <a:pt x="0" y="0"/>
                </a:moveTo>
                <a:lnTo>
                  <a:pt x="10376562" y="0"/>
                </a:lnTo>
                <a:lnTo>
                  <a:pt x="10376562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89457" y="5428083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4681107" cy="3627858"/>
          </a:xfrm>
          <a:custGeom>
            <a:avLst/>
            <a:gdLst/>
            <a:ahLst/>
            <a:cxnLst/>
            <a:rect l="l" t="t" r="r" b="b"/>
            <a:pathLst>
              <a:path w="4681107" h="3627858">
                <a:moveTo>
                  <a:pt x="0" y="0"/>
                </a:moveTo>
                <a:lnTo>
                  <a:pt x="4681107" y="0"/>
                </a:lnTo>
                <a:lnTo>
                  <a:pt x="4681107" y="3627858"/>
                </a:lnTo>
                <a:lnTo>
                  <a:pt x="0" y="36278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12981434" y="6216981"/>
            <a:ext cx="5306566" cy="4114800"/>
          </a:xfrm>
          <a:custGeom>
            <a:avLst/>
            <a:gdLst/>
            <a:ahLst/>
            <a:cxnLst/>
            <a:rect l="l" t="t" r="r" b="b"/>
            <a:pathLst>
              <a:path w="5306566" h="4114800">
                <a:moveTo>
                  <a:pt x="0" y="0"/>
                </a:moveTo>
                <a:lnTo>
                  <a:pt x="5306566" y="0"/>
                </a:lnTo>
                <a:lnTo>
                  <a:pt x="53065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915624" y="403132"/>
            <a:ext cx="14052495" cy="4892783"/>
          </a:xfrm>
          <a:custGeom>
            <a:avLst/>
            <a:gdLst/>
            <a:ahLst/>
            <a:cxnLst/>
            <a:rect l="l" t="t" r="r" b="b"/>
            <a:pathLst>
              <a:path w="14052495" h="4892783">
                <a:moveTo>
                  <a:pt x="0" y="0"/>
                </a:moveTo>
                <a:lnTo>
                  <a:pt x="14052495" y="0"/>
                </a:lnTo>
                <a:lnTo>
                  <a:pt x="14052495" y="4892782"/>
                </a:lnTo>
                <a:lnTo>
                  <a:pt x="0" y="489278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2415" b="-2415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28700" y="5571080"/>
            <a:ext cx="14428794" cy="4094170"/>
          </a:xfrm>
          <a:custGeom>
            <a:avLst/>
            <a:gdLst/>
            <a:ahLst/>
            <a:cxnLst/>
            <a:rect l="l" t="t" r="r" b="b"/>
            <a:pathLst>
              <a:path w="14428794" h="4094170">
                <a:moveTo>
                  <a:pt x="0" y="0"/>
                </a:moveTo>
                <a:lnTo>
                  <a:pt x="14428794" y="0"/>
                </a:lnTo>
                <a:lnTo>
                  <a:pt x="14428794" y="4094170"/>
                </a:lnTo>
                <a:lnTo>
                  <a:pt x="0" y="409417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58C9CE-AFD0-57FE-AF64-BA4F84549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955719" y="-5233061"/>
            <a:ext cx="10376561" cy="20753122"/>
          </a:xfrm>
          <a:custGeom>
            <a:avLst/>
            <a:gdLst/>
            <a:ahLst/>
            <a:cxnLst/>
            <a:rect l="l" t="t" r="r" b="b"/>
            <a:pathLst>
              <a:path w="10376561" h="20753122">
                <a:moveTo>
                  <a:pt x="0" y="0"/>
                </a:moveTo>
                <a:lnTo>
                  <a:pt x="10376562" y="0"/>
                </a:lnTo>
                <a:lnTo>
                  <a:pt x="10376562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43908" y="2051689"/>
            <a:ext cx="8147582" cy="7442606"/>
          </a:xfrm>
          <a:custGeom>
            <a:avLst/>
            <a:gdLst/>
            <a:ahLst/>
            <a:cxnLst/>
            <a:rect l="l" t="t" r="r" b="b"/>
            <a:pathLst>
              <a:path w="8147582" h="7442606">
                <a:moveTo>
                  <a:pt x="0" y="0"/>
                </a:moveTo>
                <a:lnTo>
                  <a:pt x="8147582" y="0"/>
                </a:lnTo>
                <a:lnTo>
                  <a:pt x="8147582" y="7442606"/>
                </a:lnTo>
                <a:lnTo>
                  <a:pt x="0" y="74426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5878" t="-26322" r="-115878" b="-16389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144000" y="2211838"/>
            <a:ext cx="8115300" cy="7122309"/>
          </a:xfrm>
          <a:custGeom>
            <a:avLst/>
            <a:gdLst/>
            <a:ahLst/>
            <a:cxnLst/>
            <a:rect l="l" t="t" r="r" b="b"/>
            <a:pathLst>
              <a:path w="8115300" h="7122309">
                <a:moveTo>
                  <a:pt x="0" y="0"/>
                </a:moveTo>
                <a:lnTo>
                  <a:pt x="8115300" y="0"/>
                </a:lnTo>
                <a:lnTo>
                  <a:pt x="8115300" y="7122308"/>
                </a:lnTo>
                <a:lnTo>
                  <a:pt x="0" y="71223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1332" t="-27315" r="-11332" b="-15396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20889" y="271462"/>
            <a:ext cx="17467111" cy="151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9"/>
              </a:lnSpc>
              <a:spcBef>
                <a:spcPct val="0"/>
              </a:spcBef>
            </a:pPr>
            <a:r>
              <a:rPr lang="en-US" sz="9999">
                <a:solidFill>
                  <a:srgbClr val="1C3D86"/>
                </a:solidFill>
                <a:latin typeface="Baloo"/>
                <a:ea typeface="Baloo"/>
                <a:cs typeface="Baloo"/>
                <a:sym typeface="Baloo"/>
              </a:rPr>
              <a:t>Kết luận và hướng phát triển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CA261C-275E-E007-7BCC-6FB2CD440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955719" y="-5233061"/>
            <a:ext cx="10376561" cy="20753122"/>
          </a:xfrm>
          <a:custGeom>
            <a:avLst/>
            <a:gdLst/>
            <a:ahLst/>
            <a:cxnLst/>
            <a:rect l="l" t="t" r="r" b="b"/>
            <a:pathLst>
              <a:path w="10376561" h="20753122">
                <a:moveTo>
                  <a:pt x="0" y="0"/>
                </a:moveTo>
                <a:lnTo>
                  <a:pt x="10376562" y="0"/>
                </a:lnTo>
                <a:lnTo>
                  <a:pt x="10376562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247497" y="1720250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4" y="0"/>
                </a:lnTo>
                <a:lnTo>
                  <a:pt x="1504614" y="248946"/>
                </a:lnTo>
                <a:lnTo>
                  <a:pt x="0" y="2489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85233" y="8548999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4" y="0"/>
                </a:lnTo>
                <a:lnTo>
                  <a:pt x="1504614" y="248945"/>
                </a:lnTo>
                <a:lnTo>
                  <a:pt x="0" y="248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512800" y="1437775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368604" y="8797944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260732">
            <a:off x="5890481" y="7603670"/>
            <a:ext cx="2972963" cy="3000238"/>
          </a:xfrm>
          <a:custGeom>
            <a:avLst/>
            <a:gdLst/>
            <a:ahLst/>
            <a:cxnLst/>
            <a:rect l="l" t="t" r="r" b="b"/>
            <a:pathLst>
              <a:path w="2972963" h="3000238">
                <a:moveTo>
                  <a:pt x="0" y="0"/>
                </a:moveTo>
                <a:lnTo>
                  <a:pt x="2972963" y="0"/>
                </a:lnTo>
                <a:lnTo>
                  <a:pt x="2972963" y="3000238"/>
                </a:lnTo>
                <a:lnTo>
                  <a:pt x="0" y="30002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754104">
            <a:off x="-639665" y="395868"/>
            <a:ext cx="2897709" cy="2897709"/>
          </a:xfrm>
          <a:custGeom>
            <a:avLst/>
            <a:gdLst/>
            <a:ahLst/>
            <a:cxnLst/>
            <a:rect l="l" t="t" r="r" b="b"/>
            <a:pathLst>
              <a:path w="2897709" h="2897709">
                <a:moveTo>
                  <a:pt x="0" y="0"/>
                </a:moveTo>
                <a:lnTo>
                  <a:pt x="2897709" y="0"/>
                </a:lnTo>
                <a:lnTo>
                  <a:pt x="2897709" y="2897710"/>
                </a:lnTo>
                <a:lnTo>
                  <a:pt x="0" y="289771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489555" y="3564612"/>
            <a:ext cx="9625875" cy="2532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40"/>
              </a:lnSpc>
              <a:spcBef>
                <a:spcPct val="0"/>
              </a:spcBef>
            </a:pPr>
            <a:r>
              <a:rPr lang="en-US" sz="16616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Thank you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86C7AEA-4ACB-7600-11BF-7FDD2C9ED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445</Words>
  <Application>Microsoft Office PowerPoint</Application>
  <PresentationFormat>Custom</PresentationFormat>
  <Paragraphs>91</Paragraphs>
  <Slides>18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4" baseType="lpstr">
      <vt:lpstr>Roboto</vt:lpstr>
      <vt:lpstr>Roboto Bold</vt:lpstr>
      <vt:lpstr>Horizon</vt:lpstr>
      <vt:lpstr>Agrandir</vt:lpstr>
      <vt:lpstr>TT Norms Bold</vt:lpstr>
      <vt:lpstr>Noto Sans Bold</vt:lpstr>
      <vt:lpstr>Baloo</vt:lpstr>
      <vt:lpstr>Calibri</vt:lpstr>
      <vt:lpstr>Noto Sans</vt:lpstr>
      <vt:lpstr>Varela Round</vt:lpstr>
      <vt:lpstr>Lilita One</vt:lpstr>
      <vt:lpstr>Arial Bold</vt:lpstr>
      <vt:lpstr>Aptos</vt:lpstr>
      <vt:lpstr>Arial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chia sẻ tài liệu</dc:title>
  <cp:lastModifiedBy>Trần Thị Quỳnh Trâm</cp:lastModifiedBy>
  <cp:revision>5</cp:revision>
  <dcterms:created xsi:type="dcterms:W3CDTF">2006-08-16T00:00:00Z</dcterms:created>
  <dcterms:modified xsi:type="dcterms:W3CDTF">2026-05-10T10:29:15Z</dcterms:modified>
  <dc:identifier>DAHI-PP0HIs</dc:identifier>
</cp:coreProperties>
</file>